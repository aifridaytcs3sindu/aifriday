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86" r:id="rId3"/>
    <p:sldMasterId id="2147483688" r:id="rId4"/>
    <p:sldMasterId id="2147483689" r:id="rId5"/>
    <p:sldMasterId id="2147483690" r:id="rId6"/>
    <p:sldMasterId id="2147483691" r:id="rId7"/>
  </p:sldMasterIdLst>
  <p:notesMasterIdLst>
    <p:notesMasterId r:id="rId17"/>
  </p:notesMasterIdLst>
  <p:sldIdLst>
    <p:sldId id="256" r:id="rId8"/>
    <p:sldId id="257" r:id="rId9"/>
    <p:sldId id="267" r:id="rId10"/>
    <p:sldId id="266" r:id="rId11"/>
    <p:sldId id="271" r:id="rId12"/>
    <p:sldId id="273" r:id="rId13"/>
    <p:sldId id="272" r:id="rId14"/>
    <p:sldId id="274" r:id="rId15"/>
    <p:sldId id="259" r:id="rId16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1E3C0B-CFF3-4652-B98C-548DF15D4731}" v="243" dt="2024-09-12T12:20:08.043"/>
    <p1510:client id="{DE7430DB-728E-DC03-82E2-18E3A5823DE7}" v="3" dt="2024-09-12T12:23:33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thadoss, Srisanthinathan" userId="1f03fa62-e2dd-42c4-8c88-0e61d45b1a5c" providerId="ADAL" clId="{C71E3C0B-CFF3-4652-B98C-548DF15D4731}"/>
    <pc:docChg chg="undo custSel modSld">
      <pc:chgData name="Ajithadoss, Srisanthinathan" userId="1f03fa62-e2dd-42c4-8c88-0e61d45b1a5c" providerId="ADAL" clId="{C71E3C0B-CFF3-4652-B98C-548DF15D4731}" dt="2024-09-12T12:21:07.150" v="360" actId="1076"/>
      <pc:docMkLst>
        <pc:docMk/>
      </pc:docMkLst>
      <pc:sldChg chg="addSp delSp modSp mod">
        <pc:chgData name="Ajithadoss, Srisanthinathan" userId="1f03fa62-e2dd-42c4-8c88-0e61d45b1a5c" providerId="ADAL" clId="{C71E3C0B-CFF3-4652-B98C-548DF15D4731}" dt="2024-09-12T12:21:07.150" v="360" actId="1076"/>
        <pc:sldMkLst>
          <pc:docMk/>
          <pc:sldMk cId="212760486" sldId="264"/>
        </pc:sldMkLst>
        <pc:spChg chg="add mod">
          <ac:chgData name="Ajithadoss, Srisanthinathan" userId="1f03fa62-e2dd-42c4-8c88-0e61d45b1a5c" providerId="ADAL" clId="{C71E3C0B-CFF3-4652-B98C-548DF15D4731}" dt="2024-09-12T12:20:24.211" v="358" actId="5793"/>
          <ac:spMkLst>
            <pc:docMk/>
            <pc:sldMk cId="212760486" sldId="264"/>
            <ac:spMk id="4" creationId="{494E1B73-BCB2-6B38-13ED-3E8E3977DFF0}"/>
          </ac:spMkLst>
        </pc:spChg>
        <pc:spChg chg="add del mod">
          <ac:chgData name="Ajithadoss, Srisanthinathan" userId="1f03fa62-e2dd-42c4-8c88-0e61d45b1a5c" providerId="ADAL" clId="{C71E3C0B-CFF3-4652-B98C-548DF15D4731}" dt="2024-09-12T12:20:05.962" v="314" actId="21"/>
          <ac:spMkLst>
            <pc:docMk/>
            <pc:sldMk cId="212760486" sldId="264"/>
            <ac:spMk id="298" creationId="{00000000-0000-0000-0000-000000000000}"/>
          </ac:spMkLst>
        </pc:spChg>
        <pc:graphicFrameChg chg="add mod modGraphic">
          <ac:chgData name="Ajithadoss, Srisanthinathan" userId="1f03fa62-e2dd-42c4-8c88-0e61d45b1a5c" providerId="ADAL" clId="{C71E3C0B-CFF3-4652-B98C-548DF15D4731}" dt="2024-09-12T12:19:50.450" v="310" actId="1076"/>
          <ac:graphicFrameMkLst>
            <pc:docMk/>
            <pc:sldMk cId="212760486" sldId="264"/>
            <ac:graphicFrameMk id="2" creationId="{EC9D6529-5D80-A0F0-930D-02292700A025}"/>
          </ac:graphicFrameMkLst>
        </pc:graphicFrameChg>
        <pc:picChg chg="mod">
          <ac:chgData name="Ajithadoss, Srisanthinathan" userId="1f03fa62-e2dd-42c4-8c88-0e61d45b1a5c" providerId="ADAL" clId="{C71E3C0B-CFF3-4652-B98C-548DF15D4731}" dt="2024-09-12T12:20:36.910" v="359" actId="14100"/>
          <ac:picMkLst>
            <pc:docMk/>
            <pc:sldMk cId="212760486" sldId="264"/>
            <ac:picMk id="3" creationId="{5775BA54-F6CD-AEF3-7811-7460F60EBFAF}"/>
          </ac:picMkLst>
        </pc:picChg>
        <pc:picChg chg="mod">
          <ac:chgData name="Ajithadoss, Srisanthinathan" userId="1f03fa62-e2dd-42c4-8c88-0e61d45b1a5c" providerId="ADAL" clId="{C71E3C0B-CFF3-4652-B98C-548DF15D4731}" dt="2024-09-12T12:18:56.125" v="303" actId="14100"/>
          <ac:picMkLst>
            <pc:docMk/>
            <pc:sldMk cId="212760486" sldId="264"/>
            <ac:picMk id="5" creationId="{F86C146F-CAA6-FCFB-7B7E-9D803EED39F6}"/>
          </ac:picMkLst>
        </pc:picChg>
        <pc:picChg chg="mod">
          <ac:chgData name="Ajithadoss, Srisanthinathan" userId="1f03fa62-e2dd-42c4-8c88-0e61d45b1a5c" providerId="ADAL" clId="{C71E3C0B-CFF3-4652-B98C-548DF15D4731}" dt="2024-09-12T12:21:07.150" v="360" actId="1076"/>
          <ac:picMkLst>
            <pc:docMk/>
            <pc:sldMk cId="212760486" sldId="264"/>
            <ac:picMk id="7" creationId="{796BBC8C-E3A4-F8F0-A60D-5A82F8CD3FAB}"/>
          </ac:picMkLst>
        </pc:picChg>
      </pc:sldChg>
    </pc:docChg>
  </pc:docChgLst>
  <pc:docChgLst>
    <pc:chgData name="S, Sinduja" userId="S::sinduja.s@mnscorp.net::9d09c272-5155-40a5-9592-78092a615beb" providerId="AD" clId="Web-{DE7430DB-728E-DC03-82E2-18E3A5823DE7}"/>
    <pc:docChg chg="modSld">
      <pc:chgData name="S, Sinduja" userId="S::sinduja.s@mnscorp.net::9d09c272-5155-40a5-9592-78092a615beb" providerId="AD" clId="Web-{DE7430DB-728E-DC03-82E2-18E3A5823DE7}" dt="2024-09-12T12:23:33.389" v="2" actId="14100"/>
      <pc:docMkLst>
        <pc:docMk/>
      </pc:docMkLst>
      <pc:sldChg chg="modSp">
        <pc:chgData name="S, Sinduja" userId="S::sinduja.s@mnscorp.net::9d09c272-5155-40a5-9592-78092a615beb" providerId="AD" clId="Web-{DE7430DB-728E-DC03-82E2-18E3A5823DE7}" dt="2024-09-12T12:23:33.389" v="2" actId="14100"/>
        <pc:sldMkLst>
          <pc:docMk/>
          <pc:sldMk cId="212760486" sldId="264"/>
        </pc:sldMkLst>
        <pc:picChg chg="mod">
          <ac:chgData name="S, Sinduja" userId="S::sinduja.s@mnscorp.net::9d09c272-5155-40a5-9592-78092a615beb" providerId="AD" clId="Web-{DE7430DB-728E-DC03-82E2-18E3A5823DE7}" dt="2024-09-12T12:23:33.389" v="2" actId="14100"/>
          <ac:picMkLst>
            <pc:docMk/>
            <pc:sldMk cId="212760486" sldId="264"/>
            <ac:picMk id="3" creationId="{5775BA54-F6CD-AEF3-7811-7460F60EBFAF}"/>
          </ac:picMkLst>
        </pc:picChg>
        <pc:picChg chg="mod">
          <ac:chgData name="S, Sinduja" userId="S::sinduja.s@mnscorp.net::9d09c272-5155-40a5-9592-78092a615beb" providerId="AD" clId="Web-{DE7430DB-728E-DC03-82E2-18E3A5823DE7}" dt="2024-09-12T12:23:27.123" v="1" actId="1076"/>
          <ac:picMkLst>
            <pc:docMk/>
            <pc:sldMk cId="212760486" sldId="264"/>
            <ac:picMk id="5" creationId="{F86C146F-CAA6-FCFB-7B7E-9D803EED39F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5413F5-A03C-4238-A8AC-3FF257E273EF}" type="doc">
      <dgm:prSet loTypeId="urn:microsoft.com/office/officeart/2005/8/layout/vList5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D55ED045-7CC2-4FD9-B503-77996286A2F9}">
      <dgm:prSet custT="1"/>
      <dgm:spPr/>
      <dgm:t>
        <a:bodyPr/>
        <a:lstStyle/>
        <a:p>
          <a:r>
            <a: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Test Case Status</a:t>
          </a:r>
        </a:p>
      </dgm:t>
    </dgm:pt>
    <dgm:pt modelId="{6E8C2AED-25AD-4438-A725-7F03AC46A8AD}" type="parTrans" cxnId="{5BEC017C-7424-4895-8B3B-29AC87EC7D05}">
      <dgm:prSet/>
      <dgm:spPr/>
      <dgm:t>
        <a:bodyPr/>
        <a:lstStyle/>
        <a:p>
          <a:endParaRPr lang="en-US"/>
        </a:p>
      </dgm:t>
    </dgm:pt>
    <dgm:pt modelId="{B7F10972-1370-488F-A3D1-E4DC37C02E26}" type="sibTrans" cxnId="{5BEC017C-7424-4895-8B3B-29AC87EC7D05}">
      <dgm:prSet/>
      <dgm:spPr/>
      <dgm:t>
        <a:bodyPr/>
        <a:lstStyle/>
        <a:p>
          <a:endParaRPr lang="en-US"/>
        </a:p>
      </dgm:t>
    </dgm:pt>
    <dgm:pt modelId="{03F60352-E4AF-4B6D-B0A0-0471A0EA16FF}">
      <dgm:prSet custT="1"/>
      <dgm:spPr/>
      <dgm:t>
        <a:bodyPr/>
        <a:lstStyle/>
        <a:p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Framework and Dependency Issues</a:t>
          </a:r>
        </a:p>
      </dgm:t>
    </dgm:pt>
    <dgm:pt modelId="{5A55D837-649C-4133-AD43-78D41E5AFFAB}" type="parTrans" cxnId="{FB11200A-EC8F-4368-9513-70CB367AB569}">
      <dgm:prSet/>
      <dgm:spPr/>
      <dgm:t>
        <a:bodyPr/>
        <a:lstStyle/>
        <a:p>
          <a:endParaRPr lang="en-US"/>
        </a:p>
      </dgm:t>
    </dgm:pt>
    <dgm:pt modelId="{5FCFBA1B-D8B8-4AE2-B36D-98B41A71472B}" type="sibTrans" cxnId="{FB11200A-EC8F-4368-9513-70CB367AB569}">
      <dgm:prSet/>
      <dgm:spPr/>
      <dgm:t>
        <a:bodyPr/>
        <a:lstStyle/>
        <a:p>
          <a:endParaRPr lang="en-US"/>
        </a:p>
      </dgm:t>
    </dgm:pt>
    <dgm:pt modelId="{CC1CB6E3-8836-476C-B2D8-68E7983AC40E}">
      <dgm:prSet custT="1"/>
      <dgm:spPr/>
      <dgm:t>
        <a:bodyPr/>
        <a:lstStyle/>
        <a:p>
          <a:r>
            <a:rPr lang="en-US" sz="24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CI/CD Integration</a:t>
          </a:r>
          <a:endParaRPr lang="en-US" sz="2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EC245BB-1B8A-43FA-9868-DF80F6914E75}" type="parTrans" cxnId="{8DEDCB9D-B3C6-4D37-9D6D-E1794AF355EA}">
      <dgm:prSet/>
      <dgm:spPr/>
      <dgm:t>
        <a:bodyPr/>
        <a:lstStyle/>
        <a:p>
          <a:endParaRPr lang="en-US"/>
        </a:p>
      </dgm:t>
    </dgm:pt>
    <dgm:pt modelId="{6B8C6DCB-1885-417D-9F85-A0A0358A2AF1}" type="sibTrans" cxnId="{8DEDCB9D-B3C6-4D37-9D6D-E1794AF355EA}">
      <dgm:prSet/>
      <dgm:spPr/>
      <dgm:t>
        <a:bodyPr/>
        <a:lstStyle/>
        <a:p>
          <a:endParaRPr lang="en-US"/>
        </a:p>
      </dgm:t>
    </dgm:pt>
    <dgm:pt modelId="{75420E3E-2B8E-4C7F-A410-1D720D2FB70B}">
      <dgm:prSet custT="1"/>
      <dgm:spPr/>
      <dgm:t>
        <a:bodyPr/>
        <a:lstStyle/>
        <a:p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Security Risks</a:t>
          </a:r>
        </a:p>
      </dgm:t>
    </dgm:pt>
    <dgm:pt modelId="{7D383F26-3439-4293-81B0-BDF012959E5C}" type="parTrans" cxnId="{E743D76F-DD61-4C20-A9BE-6F442EA178F7}">
      <dgm:prSet/>
      <dgm:spPr/>
      <dgm:t>
        <a:bodyPr/>
        <a:lstStyle/>
        <a:p>
          <a:endParaRPr lang="en-US"/>
        </a:p>
      </dgm:t>
    </dgm:pt>
    <dgm:pt modelId="{2F9C1B90-8369-40F0-84CB-B582C3F8E8BF}" type="sibTrans" cxnId="{E743D76F-DD61-4C20-A9BE-6F442EA178F7}">
      <dgm:prSet/>
      <dgm:spPr/>
      <dgm:t>
        <a:bodyPr/>
        <a:lstStyle/>
        <a:p>
          <a:endParaRPr lang="en-US"/>
        </a:p>
      </dgm:t>
    </dgm:pt>
    <dgm:pt modelId="{9D63D58D-BCB2-4E4A-B4B5-1D400324D659}">
      <dgm:prSet custT="1"/>
      <dgm:spPr/>
      <dgm:t>
        <a:bodyPr/>
        <a:lstStyle/>
        <a:p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Reporting Limitations</a:t>
          </a:r>
        </a:p>
      </dgm:t>
    </dgm:pt>
    <dgm:pt modelId="{D464BDD5-3952-48D3-B1EC-5C1E0AC78615}" type="parTrans" cxnId="{4B412F8A-73DC-47B4-A449-2D058A2FD716}">
      <dgm:prSet/>
      <dgm:spPr/>
      <dgm:t>
        <a:bodyPr/>
        <a:lstStyle/>
        <a:p>
          <a:endParaRPr lang="en-US"/>
        </a:p>
      </dgm:t>
    </dgm:pt>
    <dgm:pt modelId="{1E312D77-91AC-4BB8-B656-53F356D448F2}" type="sibTrans" cxnId="{4B412F8A-73DC-47B4-A449-2D058A2FD716}">
      <dgm:prSet/>
      <dgm:spPr/>
      <dgm:t>
        <a:bodyPr/>
        <a:lstStyle/>
        <a:p>
          <a:endParaRPr lang="en-US"/>
        </a:p>
      </dgm:t>
    </dgm:pt>
    <dgm:pt modelId="{F6CA8ED3-F1AE-4A8F-B037-0D5A2A037CB2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IBT project initially had 713 test cases, but only 80 test cases were functional.</a:t>
          </a:r>
        </a:p>
      </dgm:t>
    </dgm:pt>
    <dgm:pt modelId="{0B350CA2-E5CF-40C3-9A3D-6DEE16259AA1}" type="parTrans" cxnId="{42072EAB-36A0-4843-AD9C-3063773AABAC}">
      <dgm:prSet/>
      <dgm:spPr/>
      <dgm:t>
        <a:bodyPr/>
        <a:lstStyle/>
        <a:p>
          <a:endParaRPr lang="en-US"/>
        </a:p>
      </dgm:t>
    </dgm:pt>
    <dgm:pt modelId="{04C024B3-7EBB-49E9-A4C0-9A7199094633}" type="sibTrans" cxnId="{42072EAB-36A0-4843-AD9C-3063773AABAC}">
      <dgm:prSet/>
      <dgm:spPr/>
      <dgm:t>
        <a:bodyPr/>
        <a:lstStyle/>
        <a:p>
          <a:endParaRPr lang="en-US"/>
        </a:p>
      </dgm:t>
    </dgm:pt>
    <dgm:pt modelId="{D6C7A26F-9A2F-4F8E-A012-39C813FD5480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framework relied on outdated dependencies and plugins in Maven.</a:t>
          </a:r>
        </a:p>
      </dgm:t>
    </dgm:pt>
    <dgm:pt modelId="{372CBC2F-4F04-4A42-B8C1-2C8FEADA4837}" type="parTrans" cxnId="{0CD86C98-07AD-4737-B811-0980F9410F90}">
      <dgm:prSet/>
      <dgm:spPr/>
      <dgm:t>
        <a:bodyPr/>
        <a:lstStyle/>
        <a:p>
          <a:endParaRPr lang="en-US"/>
        </a:p>
      </dgm:t>
    </dgm:pt>
    <dgm:pt modelId="{E64B5DBF-D9F0-4CCA-B24E-C57A57E386C1}" type="sibTrans" cxnId="{0CD86C98-07AD-4737-B811-0980F9410F90}">
      <dgm:prSet/>
      <dgm:spPr/>
      <dgm:t>
        <a:bodyPr/>
        <a:lstStyle/>
        <a:p>
          <a:endParaRPr lang="en-US"/>
        </a:p>
      </dgm:t>
    </dgm:pt>
    <dgm:pt modelId="{C1E597AD-F4BD-4D5E-904D-0B39741CB833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It used Selenium 3, Cucumber 1.2.4, and Java 7, making it obsolete and incompatible with modern standards.</a:t>
          </a:r>
        </a:p>
      </dgm:t>
    </dgm:pt>
    <dgm:pt modelId="{E758DF05-8433-4B85-B922-82A60E94AF1A}" type="parTrans" cxnId="{F47CEC10-DC46-4386-8279-B9963BC35ACE}">
      <dgm:prSet/>
      <dgm:spPr/>
      <dgm:t>
        <a:bodyPr/>
        <a:lstStyle/>
        <a:p>
          <a:endParaRPr lang="en-US"/>
        </a:p>
      </dgm:t>
    </dgm:pt>
    <dgm:pt modelId="{81D9AEAB-7EB6-4859-81B1-1B2AAF5915E8}" type="sibTrans" cxnId="{F47CEC10-DC46-4386-8279-B9963BC35ACE}">
      <dgm:prSet/>
      <dgm:spPr/>
      <dgm:t>
        <a:bodyPr/>
        <a:lstStyle/>
        <a:p>
          <a:endParaRPr lang="en-US"/>
        </a:p>
      </dgm:t>
    </dgm:pt>
    <dgm:pt modelId="{93A5E27F-C26B-43D0-BA03-068029739358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There was no integration with CI/CD tools, and test case execution was entirely manual, performed on local systems.</a:t>
          </a:r>
        </a:p>
      </dgm:t>
    </dgm:pt>
    <dgm:pt modelId="{C16FC6D3-4FF4-4E7C-B82F-E6E904370531}" type="parTrans" cxnId="{99439CDE-638F-4213-948A-C69FA832C648}">
      <dgm:prSet/>
      <dgm:spPr/>
      <dgm:t>
        <a:bodyPr/>
        <a:lstStyle/>
        <a:p>
          <a:endParaRPr lang="en-US"/>
        </a:p>
      </dgm:t>
    </dgm:pt>
    <dgm:pt modelId="{2CC3091C-2473-40F5-B78B-88A8F9983319}" type="sibTrans" cxnId="{99439CDE-638F-4213-948A-C69FA832C648}">
      <dgm:prSet/>
      <dgm:spPr/>
      <dgm:t>
        <a:bodyPr/>
        <a:lstStyle/>
        <a:p>
          <a:endParaRPr lang="en-US"/>
        </a:p>
      </dgm:t>
    </dgm:pt>
    <dgm:pt modelId="{06DF007C-E8FA-43B3-A32D-1D16FB5F24A0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Passwords were stored directly in the code using basic encoder/decoder logic, which posed a serious security risk.</a:t>
          </a:r>
        </a:p>
      </dgm:t>
    </dgm:pt>
    <dgm:pt modelId="{0B75CEA9-733E-4450-8CFB-2CE13C0061E3}" type="parTrans" cxnId="{733DD6C7-EC31-4278-A540-D119DEC11E60}">
      <dgm:prSet/>
      <dgm:spPr/>
      <dgm:t>
        <a:bodyPr/>
        <a:lstStyle/>
        <a:p>
          <a:endParaRPr lang="en-US"/>
        </a:p>
      </dgm:t>
    </dgm:pt>
    <dgm:pt modelId="{0F15B8A5-F3BF-4C38-A36C-B7B06C21FF64}" type="sibTrans" cxnId="{733DD6C7-EC31-4278-A540-D119DEC11E60}">
      <dgm:prSet/>
      <dgm:spPr/>
      <dgm:t>
        <a:bodyPr/>
        <a:lstStyle/>
        <a:p>
          <a:endParaRPr lang="en-US"/>
        </a:p>
      </dgm:t>
    </dgm:pt>
    <dgm:pt modelId="{E51DB930-59F5-4F2A-8371-64ADD533DB65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Reporting was basic, providing only a pass/fail status for test cases.</a:t>
          </a:r>
        </a:p>
      </dgm:t>
    </dgm:pt>
    <dgm:pt modelId="{15540918-C7C1-4829-9670-E71862602595}" type="parTrans" cxnId="{8FCBACAF-7B5C-4AF2-AACB-C5011B7FE699}">
      <dgm:prSet/>
      <dgm:spPr/>
      <dgm:t>
        <a:bodyPr/>
        <a:lstStyle/>
        <a:p>
          <a:endParaRPr lang="en-US"/>
        </a:p>
      </dgm:t>
    </dgm:pt>
    <dgm:pt modelId="{918597E5-3C7E-4822-B6FB-36510498B26C}" type="sibTrans" cxnId="{8FCBACAF-7B5C-4AF2-AACB-C5011B7FE699}">
      <dgm:prSet/>
      <dgm:spPr/>
      <dgm:t>
        <a:bodyPr/>
        <a:lstStyle/>
        <a:p>
          <a:endParaRPr lang="en-US"/>
        </a:p>
      </dgm:t>
    </dgm:pt>
    <dgm:pt modelId="{49CDFA60-1C2B-4685-AB17-503459C55B65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There were no screenshots for failed test cases, making debugging and issue identification challenging.</a:t>
          </a:r>
        </a:p>
      </dgm:t>
    </dgm:pt>
    <dgm:pt modelId="{1FA52C86-FBA7-4AB8-942D-266906FE4902}" type="parTrans" cxnId="{A21D9B82-CA48-4A4C-8159-C6A12B5233BB}">
      <dgm:prSet/>
      <dgm:spPr/>
      <dgm:t>
        <a:bodyPr/>
        <a:lstStyle/>
        <a:p>
          <a:endParaRPr lang="en-US"/>
        </a:p>
      </dgm:t>
    </dgm:pt>
    <dgm:pt modelId="{A1119CA8-37D6-41A1-81D6-9E0E99B72383}" type="sibTrans" cxnId="{A21D9B82-CA48-4A4C-8159-C6A12B5233BB}">
      <dgm:prSet/>
      <dgm:spPr/>
      <dgm:t>
        <a:bodyPr/>
        <a:lstStyle/>
        <a:p>
          <a:endParaRPr lang="en-US"/>
        </a:p>
      </dgm:t>
    </dgm:pt>
    <dgm:pt modelId="{ED485614-A696-47D3-93E2-54C00A9DCF26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During the initial analysis of the cleanup activity, we found that the majority of test cases were failing due to a lack of maintenance over the past three years.</a:t>
          </a:r>
        </a:p>
      </dgm:t>
    </dgm:pt>
    <dgm:pt modelId="{2DC7D57A-61E3-4213-AF02-92A5BB7C3E4A}" type="sibTrans" cxnId="{7ACEE2E3-73C4-4524-8A58-565252238953}">
      <dgm:prSet/>
      <dgm:spPr/>
      <dgm:t>
        <a:bodyPr/>
        <a:lstStyle/>
        <a:p>
          <a:endParaRPr lang="en-US"/>
        </a:p>
      </dgm:t>
    </dgm:pt>
    <dgm:pt modelId="{70E6040C-2F48-4361-9EE7-ED366181DC0D}" type="parTrans" cxnId="{7ACEE2E3-73C4-4524-8A58-565252238953}">
      <dgm:prSet/>
      <dgm:spPr/>
      <dgm:t>
        <a:bodyPr/>
        <a:lstStyle/>
        <a:p>
          <a:endParaRPr lang="en-US"/>
        </a:p>
      </dgm:t>
    </dgm:pt>
    <dgm:pt modelId="{96F52BFA-75F6-458D-942E-DAE2258D923C}" type="pres">
      <dgm:prSet presAssocID="{F95413F5-A03C-4238-A8AC-3FF257E273EF}" presName="Name0" presStyleCnt="0">
        <dgm:presLayoutVars>
          <dgm:dir/>
          <dgm:animLvl val="lvl"/>
          <dgm:resizeHandles val="exact"/>
        </dgm:presLayoutVars>
      </dgm:prSet>
      <dgm:spPr/>
    </dgm:pt>
    <dgm:pt modelId="{1562D31A-719D-4388-A827-37BFE0EDCA2A}" type="pres">
      <dgm:prSet presAssocID="{D55ED045-7CC2-4FD9-B503-77996286A2F9}" presName="linNode" presStyleCnt="0"/>
      <dgm:spPr/>
    </dgm:pt>
    <dgm:pt modelId="{8691F715-80C5-4BAD-BF13-54EF45591061}" type="pres">
      <dgm:prSet presAssocID="{D55ED045-7CC2-4FD9-B503-77996286A2F9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6AC1F28A-8B14-467B-B361-ECF77E9CBA5C}" type="pres">
      <dgm:prSet presAssocID="{D55ED045-7CC2-4FD9-B503-77996286A2F9}" presName="descendantText" presStyleLbl="alignAccFollowNode1" presStyleIdx="0" presStyleCnt="5">
        <dgm:presLayoutVars>
          <dgm:bulletEnabled val="1"/>
        </dgm:presLayoutVars>
      </dgm:prSet>
      <dgm:spPr/>
    </dgm:pt>
    <dgm:pt modelId="{CE551D0C-B939-4D3D-BDC4-C6199FD5687F}" type="pres">
      <dgm:prSet presAssocID="{B7F10972-1370-488F-A3D1-E4DC37C02E26}" presName="sp" presStyleCnt="0"/>
      <dgm:spPr/>
    </dgm:pt>
    <dgm:pt modelId="{8BED0246-D336-4EF7-9951-6A52357731D0}" type="pres">
      <dgm:prSet presAssocID="{03F60352-E4AF-4B6D-B0A0-0471A0EA16FF}" presName="linNode" presStyleCnt="0"/>
      <dgm:spPr/>
    </dgm:pt>
    <dgm:pt modelId="{CBB9CE1D-BF8F-47C3-BDDB-147F445F0330}" type="pres">
      <dgm:prSet presAssocID="{03F60352-E4AF-4B6D-B0A0-0471A0EA16FF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09B400CD-BD80-49BE-95FB-9EB3EFF1E914}" type="pres">
      <dgm:prSet presAssocID="{03F60352-E4AF-4B6D-B0A0-0471A0EA16FF}" presName="descendantText" presStyleLbl="alignAccFollowNode1" presStyleIdx="1" presStyleCnt="5">
        <dgm:presLayoutVars>
          <dgm:bulletEnabled val="1"/>
        </dgm:presLayoutVars>
      </dgm:prSet>
      <dgm:spPr/>
    </dgm:pt>
    <dgm:pt modelId="{980EFE36-C5C5-41E6-BE36-E59DBC7C27CB}" type="pres">
      <dgm:prSet presAssocID="{5FCFBA1B-D8B8-4AE2-B36D-98B41A71472B}" presName="sp" presStyleCnt="0"/>
      <dgm:spPr/>
    </dgm:pt>
    <dgm:pt modelId="{8E04BCDD-1CB1-4FB3-A740-F7C3C3330119}" type="pres">
      <dgm:prSet presAssocID="{CC1CB6E3-8836-476C-B2D8-68E7983AC40E}" presName="linNode" presStyleCnt="0"/>
      <dgm:spPr/>
    </dgm:pt>
    <dgm:pt modelId="{53BDCD69-416E-4070-BD49-646627F0DD56}" type="pres">
      <dgm:prSet presAssocID="{CC1CB6E3-8836-476C-B2D8-68E7983AC40E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60CBDFE8-CFE4-4A50-AFA4-99CAE1F5C8C7}" type="pres">
      <dgm:prSet presAssocID="{CC1CB6E3-8836-476C-B2D8-68E7983AC40E}" presName="descendantText" presStyleLbl="alignAccFollowNode1" presStyleIdx="2" presStyleCnt="5">
        <dgm:presLayoutVars>
          <dgm:bulletEnabled val="1"/>
        </dgm:presLayoutVars>
      </dgm:prSet>
      <dgm:spPr/>
    </dgm:pt>
    <dgm:pt modelId="{7BA5B568-881A-45A0-8083-62AEB8316A5D}" type="pres">
      <dgm:prSet presAssocID="{6B8C6DCB-1885-417D-9F85-A0A0358A2AF1}" presName="sp" presStyleCnt="0"/>
      <dgm:spPr/>
    </dgm:pt>
    <dgm:pt modelId="{1AB6CE64-3703-464E-BD16-919F257EE4F1}" type="pres">
      <dgm:prSet presAssocID="{75420E3E-2B8E-4C7F-A410-1D720D2FB70B}" presName="linNode" presStyleCnt="0"/>
      <dgm:spPr/>
    </dgm:pt>
    <dgm:pt modelId="{2F16F431-DCF4-4E26-9D11-9F1E73795FF0}" type="pres">
      <dgm:prSet presAssocID="{75420E3E-2B8E-4C7F-A410-1D720D2FB70B}" presName="parentText" presStyleLbl="node1" presStyleIdx="3" presStyleCnt="5" custLinFactNeighborX="-27011" custLinFactNeighborY="1254">
        <dgm:presLayoutVars>
          <dgm:chMax val="1"/>
          <dgm:bulletEnabled val="1"/>
        </dgm:presLayoutVars>
      </dgm:prSet>
      <dgm:spPr/>
    </dgm:pt>
    <dgm:pt modelId="{951A8E0F-6E8A-49A4-897E-4524946021EE}" type="pres">
      <dgm:prSet presAssocID="{75420E3E-2B8E-4C7F-A410-1D720D2FB70B}" presName="descendantText" presStyleLbl="alignAccFollowNode1" presStyleIdx="3" presStyleCnt="5">
        <dgm:presLayoutVars>
          <dgm:bulletEnabled val="1"/>
        </dgm:presLayoutVars>
      </dgm:prSet>
      <dgm:spPr/>
    </dgm:pt>
    <dgm:pt modelId="{EB9D8A1C-BD25-42A3-BC97-321A1A0ECDDF}" type="pres">
      <dgm:prSet presAssocID="{2F9C1B90-8369-40F0-84CB-B582C3F8E8BF}" presName="sp" presStyleCnt="0"/>
      <dgm:spPr/>
    </dgm:pt>
    <dgm:pt modelId="{1F3188A1-2BE8-4459-B6B2-DCB72D38F5FD}" type="pres">
      <dgm:prSet presAssocID="{9D63D58D-BCB2-4E4A-B4B5-1D400324D659}" presName="linNode" presStyleCnt="0"/>
      <dgm:spPr/>
    </dgm:pt>
    <dgm:pt modelId="{F40BBFE4-90C5-4887-BE91-587E364BBE24}" type="pres">
      <dgm:prSet presAssocID="{9D63D58D-BCB2-4E4A-B4B5-1D400324D659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8522D856-2150-4557-93EA-83FAEE781895}" type="pres">
      <dgm:prSet presAssocID="{9D63D58D-BCB2-4E4A-B4B5-1D400324D659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FB11200A-EC8F-4368-9513-70CB367AB569}" srcId="{F95413F5-A03C-4238-A8AC-3FF257E273EF}" destId="{03F60352-E4AF-4B6D-B0A0-0471A0EA16FF}" srcOrd="1" destOrd="0" parTransId="{5A55D837-649C-4133-AD43-78D41E5AFFAB}" sibTransId="{5FCFBA1B-D8B8-4AE2-B36D-98B41A71472B}"/>
    <dgm:cxn modelId="{2089480E-1468-45AB-8083-31E795FD87BD}" type="presOf" srcId="{49CDFA60-1C2B-4685-AB17-503459C55B65}" destId="{8522D856-2150-4557-93EA-83FAEE781895}" srcOrd="0" destOrd="1" presId="urn:microsoft.com/office/officeart/2005/8/layout/vList5"/>
    <dgm:cxn modelId="{F47CEC10-DC46-4386-8279-B9963BC35ACE}" srcId="{03F60352-E4AF-4B6D-B0A0-0471A0EA16FF}" destId="{C1E597AD-F4BD-4D5E-904D-0B39741CB833}" srcOrd="1" destOrd="0" parTransId="{E758DF05-8433-4B85-B922-82A60E94AF1A}" sibTransId="{81D9AEAB-7EB6-4859-81B1-1B2AAF5915E8}"/>
    <dgm:cxn modelId="{4DB58714-B37D-4148-8BE4-306F4185C9F7}" type="presOf" srcId="{F95413F5-A03C-4238-A8AC-3FF257E273EF}" destId="{96F52BFA-75F6-458D-942E-DAE2258D923C}" srcOrd="0" destOrd="0" presId="urn:microsoft.com/office/officeart/2005/8/layout/vList5"/>
    <dgm:cxn modelId="{50A8FE1F-2DF5-496B-B356-F34B3086B6AD}" type="presOf" srcId="{03F60352-E4AF-4B6D-B0A0-0471A0EA16FF}" destId="{CBB9CE1D-BF8F-47C3-BDDB-147F445F0330}" srcOrd="0" destOrd="0" presId="urn:microsoft.com/office/officeart/2005/8/layout/vList5"/>
    <dgm:cxn modelId="{91C17537-006D-48EA-BB4C-19BE5DBA8AB1}" type="presOf" srcId="{C1E597AD-F4BD-4D5E-904D-0B39741CB833}" destId="{09B400CD-BD80-49BE-95FB-9EB3EFF1E914}" srcOrd="0" destOrd="1" presId="urn:microsoft.com/office/officeart/2005/8/layout/vList5"/>
    <dgm:cxn modelId="{D252885E-49C2-4510-9CE4-60AD28D5EE63}" type="presOf" srcId="{D6C7A26F-9A2F-4F8E-A012-39C813FD5480}" destId="{09B400CD-BD80-49BE-95FB-9EB3EFF1E914}" srcOrd="0" destOrd="0" presId="urn:microsoft.com/office/officeart/2005/8/layout/vList5"/>
    <dgm:cxn modelId="{54EF7543-4005-420B-A0CC-07FEB2963CB8}" type="presOf" srcId="{CC1CB6E3-8836-476C-B2D8-68E7983AC40E}" destId="{53BDCD69-416E-4070-BD49-646627F0DD56}" srcOrd="0" destOrd="0" presId="urn:microsoft.com/office/officeart/2005/8/layout/vList5"/>
    <dgm:cxn modelId="{E743D76F-DD61-4C20-A9BE-6F442EA178F7}" srcId="{F95413F5-A03C-4238-A8AC-3FF257E273EF}" destId="{75420E3E-2B8E-4C7F-A410-1D720D2FB70B}" srcOrd="3" destOrd="0" parTransId="{7D383F26-3439-4293-81B0-BDF012959E5C}" sibTransId="{2F9C1B90-8369-40F0-84CB-B582C3F8E8BF}"/>
    <dgm:cxn modelId="{5BEC017C-7424-4895-8B3B-29AC87EC7D05}" srcId="{F95413F5-A03C-4238-A8AC-3FF257E273EF}" destId="{D55ED045-7CC2-4FD9-B503-77996286A2F9}" srcOrd="0" destOrd="0" parTransId="{6E8C2AED-25AD-4438-A725-7F03AC46A8AD}" sibTransId="{B7F10972-1370-488F-A3D1-E4DC37C02E26}"/>
    <dgm:cxn modelId="{A21D9B82-CA48-4A4C-8159-C6A12B5233BB}" srcId="{9D63D58D-BCB2-4E4A-B4B5-1D400324D659}" destId="{49CDFA60-1C2B-4685-AB17-503459C55B65}" srcOrd="1" destOrd="0" parTransId="{1FA52C86-FBA7-4AB8-942D-266906FE4902}" sibTransId="{A1119CA8-37D6-41A1-81D6-9E0E99B72383}"/>
    <dgm:cxn modelId="{EDF7D284-7EA0-4FA2-B680-C621C5D18E83}" type="presOf" srcId="{93A5E27F-C26B-43D0-BA03-068029739358}" destId="{60CBDFE8-CFE4-4A50-AFA4-99CAE1F5C8C7}" srcOrd="0" destOrd="0" presId="urn:microsoft.com/office/officeart/2005/8/layout/vList5"/>
    <dgm:cxn modelId="{462C5789-C3A0-4D7C-A8D0-B81AA92DF5B7}" type="presOf" srcId="{9D63D58D-BCB2-4E4A-B4B5-1D400324D659}" destId="{F40BBFE4-90C5-4887-BE91-587E364BBE24}" srcOrd="0" destOrd="0" presId="urn:microsoft.com/office/officeart/2005/8/layout/vList5"/>
    <dgm:cxn modelId="{4B412F8A-73DC-47B4-A449-2D058A2FD716}" srcId="{F95413F5-A03C-4238-A8AC-3FF257E273EF}" destId="{9D63D58D-BCB2-4E4A-B4B5-1D400324D659}" srcOrd="4" destOrd="0" parTransId="{D464BDD5-3952-48D3-B1EC-5C1E0AC78615}" sibTransId="{1E312D77-91AC-4BB8-B656-53F356D448F2}"/>
    <dgm:cxn modelId="{2D0E0294-5588-4A04-9546-B65C2DA1CFE0}" type="presOf" srcId="{D55ED045-7CC2-4FD9-B503-77996286A2F9}" destId="{8691F715-80C5-4BAD-BF13-54EF45591061}" srcOrd="0" destOrd="0" presId="urn:microsoft.com/office/officeart/2005/8/layout/vList5"/>
    <dgm:cxn modelId="{0CD86C98-07AD-4737-B811-0980F9410F90}" srcId="{03F60352-E4AF-4B6D-B0A0-0471A0EA16FF}" destId="{D6C7A26F-9A2F-4F8E-A012-39C813FD5480}" srcOrd="0" destOrd="0" parTransId="{372CBC2F-4F04-4A42-B8C1-2C8FEADA4837}" sibTransId="{E64B5DBF-D9F0-4CCA-B24E-C57A57E386C1}"/>
    <dgm:cxn modelId="{715EF798-E8A5-495D-9A24-5CD9CBE8E162}" type="presOf" srcId="{06DF007C-E8FA-43B3-A32D-1D16FB5F24A0}" destId="{951A8E0F-6E8A-49A4-897E-4524946021EE}" srcOrd="0" destOrd="0" presId="urn:microsoft.com/office/officeart/2005/8/layout/vList5"/>
    <dgm:cxn modelId="{8DEDCB9D-B3C6-4D37-9D6D-E1794AF355EA}" srcId="{F95413F5-A03C-4238-A8AC-3FF257E273EF}" destId="{CC1CB6E3-8836-476C-B2D8-68E7983AC40E}" srcOrd="2" destOrd="0" parTransId="{DEC245BB-1B8A-43FA-9868-DF80F6914E75}" sibTransId="{6B8C6DCB-1885-417D-9F85-A0A0358A2AF1}"/>
    <dgm:cxn modelId="{42072EAB-36A0-4843-AD9C-3063773AABAC}" srcId="{D55ED045-7CC2-4FD9-B503-77996286A2F9}" destId="{F6CA8ED3-F1AE-4A8F-B037-0D5A2A037CB2}" srcOrd="0" destOrd="0" parTransId="{0B350CA2-E5CF-40C3-9A3D-6DEE16259AA1}" sibTransId="{04C024B3-7EBB-49E9-A4C0-9A7199094633}"/>
    <dgm:cxn modelId="{8FCBACAF-7B5C-4AF2-AACB-C5011B7FE699}" srcId="{9D63D58D-BCB2-4E4A-B4B5-1D400324D659}" destId="{E51DB930-59F5-4F2A-8371-64ADD533DB65}" srcOrd="0" destOrd="0" parTransId="{15540918-C7C1-4829-9670-E71862602595}" sibTransId="{918597E5-3C7E-4822-B6FB-36510498B26C}"/>
    <dgm:cxn modelId="{8A01A8B6-84C8-4877-87BF-201AF1D9C50D}" type="presOf" srcId="{ED485614-A696-47D3-93E2-54C00A9DCF26}" destId="{6AC1F28A-8B14-467B-B361-ECF77E9CBA5C}" srcOrd="0" destOrd="1" presId="urn:microsoft.com/office/officeart/2005/8/layout/vList5"/>
    <dgm:cxn modelId="{A32A46BA-BE34-43B5-90F2-144A358DC943}" type="presOf" srcId="{75420E3E-2B8E-4C7F-A410-1D720D2FB70B}" destId="{2F16F431-DCF4-4E26-9D11-9F1E73795FF0}" srcOrd="0" destOrd="0" presId="urn:microsoft.com/office/officeart/2005/8/layout/vList5"/>
    <dgm:cxn modelId="{65F12AC6-64B3-46CB-A165-B2CFDAE4FACE}" type="presOf" srcId="{F6CA8ED3-F1AE-4A8F-B037-0D5A2A037CB2}" destId="{6AC1F28A-8B14-467B-B361-ECF77E9CBA5C}" srcOrd="0" destOrd="0" presId="urn:microsoft.com/office/officeart/2005/8/layout/vList5"/>
    <dgm:cxn modelId="{733DD6C7-EC31-4278-A540-D119DEC11E60}" srcId="{75420E3E-2B8E-4C7F-A410-1D720D2FB70B}" destId="{06DF007C-E8FA-43B3-A32D-1D16FB5F24A0}" srcOrd="0" destOrd="0" parTransId="{0B75CEA9-733E-4450-8CFB-2CE13C0061E3}" sibTransId="{0F15B8A5-F3BF-4C38-A36C-B7B06C21FF64}"/>
    <dgm:cxn modelId="{99439CDE-638F-4213-948A-C69FA832C648}" srcId="{CC1CB6E3-8836-476C-B2D8-68E7983AC40E}" destId="{93A5E27F-C26B-43D0-BA03-068029739358}" srcOrd="0" destOrd="0" parTransId="{C16FC6D3-4FF4-4E7C-B82F-E6E904370531}" sibTransId="{2CC3091C-2473-40F5-B78B-88A8F9983319}"/>
    <dgm:cxn modelId="{7ACEE2E3-73C4-4524-8A58-565252238953}" srcId="{D55ED045-7CC2-4FD9-B503-77996286A2F9}" destId="{ED485614-A696-47D3-93E2-54C00A9DCF26}" srcOrd="1" destOrd="0" parTransId="{70E6040C-2F48-4361-9EE7-ED366181DC0D}" sibTransId="{2DC7D57A-61E3-4213-AF02-92A5BB7C3E4A}"/>
    <dgm:cxn modelId="{1C0EB2F5-E301-46FA-A2CC-29A233817D7D}" type="presOf" srcId="{E51DB930-59F5-4F2A-8371-64ADD533DB65}" destId="{8522D856-2150-4557-93EA-83FAEE781895}" srcOrd="0" destOrd="0" presId="urn:microsoft.com/office/officeart/2005/8/layout/vList5"/>
    <dgm:cxn modelId="{DDCDBB27-B1BA-490D-B477-692AF1ED63C4}" type="presParOf" srcId="{96F52BFA-75F6-458D-942E-DAE2258D923C}" destId="{1562D31A-719D-4388-A827-37BFE0EDCA2A}" srcOrd="0" destOrd="0" presId="urn:microsoft.com/office/officeart/2005/8/layout/vList5"/>
    <dgm:cxn modelId="{C46F3856-1338-469B-9771-A15626D58DEA}" type="presParOf" srcId="{1562D31A-719D-4388-A827-37BFE0EDCA2A}" destId="{8691F715-80C5-4BAD-BF13-54EF45591061}" srcOrd="0" destOrd="0" presId="urn:microsoft.com/office/officeart/2005/8/layout/vList5"/>
    <dgm:cxn modelId="{20BC384F-9DA2-4FEC-9C28-D698DEA960BC}" type="presParOf" srcId="{1562D31A-719D-4388-A827-37BFE0EDCA2A}" destId="{6AC1F28A-8B14-467B-B361-ECF77E9CBA5C}" srcOrd="1" destOrd="0" presId="urn:microsoft.com/office/officeart/2005/8/layout/vList5"/>
    <dgm:cxn modelId="{C7A24CAC-89FF-4E98-8E47-08789E091851}" type="presParOf" srcId="{96F52BFA-75F6-458D-942E-DAE2258D923C}" destId="{CE551D0C-B939-4D3D-BDC4-C6199FD5687F}" srcOrd="1" destOrd="0" presId="urn:microsoft.com/office/officeart/2005/8/layout/vList5"/>
    <dgm:cxn modelId="{2E97C14A-75BD-48A0-B97E-60488471C619}" type="presParOf" srcId="{96F52BFA-75F6-458D-942E-DAE2258D923C}" destId="{8BED0246-D336-4EF7-9951-6A52357731D0}" srcOrd="2" destOrd="0" presId="urn:microsoft.com/office/officeart/2005/8/layout/vList5"/>
    <dgm:cxn modelId="{F340A309-C8FA-4708-B380-531525061D2A}" type="presParOf" srcId="{8BED0246-D336-4EF7-9951-6A52357731D0}" destId="{CBB9CE1D-BF8F-47C3-BDDB-147F445F0330}" srcOrd="0" destOrd="0" presId="urn:microsoft.com/office/officeart/2005/8/layout/vList5"/>
    <dgm:cxn modelId="{390CB11F-0A4E-45F4-ADB9-55BF02DD28E5}" type="presParOf" srcId="{8BED0246-D336-4EF7-9951-6A52357731D0}" destId="{09B400CD-BD80-49BE-95FB-9EB3EFF1E914}" srcOrd="1" destOrd="0" presId="urn:microsoft.com/office/officeart/2005/8/layout/vList5"/>
    <dgm:cxn modelId="{865A0AD4-5FF5-48EC-9C01-2BFD21DE60B8}" type="presParOf" srcId="{96F52BFA-75F6-458D-942E-DAE2258D923C}" destId="{980EFE36-C5C5-41E6-BE36-E59DBC7C27CB}" srcOrd="3" destOrd="0" presId="urn:microsoft.com/office/officeart/2005/8/layout/vList5"/>
    <dgm:cxn modelId="{DED6A0A0-34D6-4B11-895B-F3FF8762BA74}" type="presParOf" srcId="{96F52BFA-75F6-458D-942E-DAE2258D923C}" destId="{8E04BCDD-1CB1-4FB3-A740-F7C3C3330119}" srcOrd="4" destOrd="0" presId="urn:microsoft.com/office/officeart/2005/8/layout/vList5"/>
    <dgm:cxn modelId="{33270F63-A8ED-4906-89E5-C5211C4C54B7}" type="presParOf" srcId="{8E04BCDD-1CB1-4FB3-A740-F7C3C3330119}" destId="{53BDCD69-416E-4070-BD49-646627F0DD56}" srcOrd="0" destOrd="0" presId="urn:microsoft.com/office/officeart/2005/8/layout/vList5"/>
    <dgm:cxn modelId="{3EE39E84-5D0B-4959-AA35-324E234ADFCE}" type="presParOf" srcId="{8E04BCDD-1CB1-4FB3-A740-F7C3C3330119}" destId="{60CBDFE8-CFE4-4A50-AFA4-99CAE1F5C8C7}" srcOrd="1" destOrd="0" presId="urn:microsoft.com/office/officeart/2005/8/layout/vList5"/>
    <dgm:cxn modelId="{C5D6E07D-6D0A-4BC6-8B31-0B4E5048C951}" type="presParOf" srcId="{96F52BFA-75F6-458D-942E-DAE2258D923C}" destId="{7BA5B568-881A-45A0-8083-62AEB8316A5D}" srcOrd="5" destOrd="0" presId="urn:microsoft.com/office/officeart/2005/8/layout/vList5"/>
    <dgm:cxn modelId="{EC59FA24-AFAB-432F-8B16-453EB2386121}" type="presParOf" srcId="{96F52BFA-75F6-458D-942E-DAE2258D923C}" destId="{1AB6CE64-3703-464E-BD16-919F257EE4F1}" srcOrd="6" destOrd="0" presId="urn:microsoft.com/office/officeart/2005/8/layout/vList5"/>
    <dgm:cxn modelId="{C968EFB2-08BA-4F1E-8BE9-2389E61CCCCA}" type="presParOf" srcId="{1AB6CE64-3703-464E-BD16-919F257EE4F1}" destId="{2F16F431-DCF4-4E26-9D11-9F1E73795FF0}" srcOrd="0" destOrd="0" presId="urn:microsoft.com/office/officeart/2005/8/layout/vList5"/>
    <dgm:cxn modelId="{ED6348B7-185B-4A32-A130-C322972A55A5}" type="presParOf" srcId="{1AB6CE64-3703-464E-BD16-919F257EE4F1}" destId="{951A8E0F-6E8A-49A4-897E-4524946021EE}" srcOrd="1" destOrd="0" presId="urn:microsoft.com/office/officeart/2005/8/layout/vList5"/>
    <dgm:cxn modelId="{26274E3F-98EA-4FF6-89B8-DF5DAEE2AB6A}" type="presParOf" srcId="{96F52BFA-75F6-458D-942E-DAE2258D923C}" destId="{EB9D8A1C-BD25-42A3-BC97-321A1A0ECDDF}" srcOrd="7" destOrd="0" presId="urn:microsoft.com/office/officeart/2005/8/layout/vList5"/>
    <dgm:cxn modelId="{D8F50997-F17B-4E1A-B137-FD0554C02878}" type="presParOf" srcId="{96F52BFA-75F6-458D-942E-DAE2258D923C}" destId="{1F3188A1-2BE8-4459-B6B2-DCB72D38F5FD}" srcOrd="8" destOrd="0" presId="urn:microsoft.com/office/officeart/2005/8/layout/vList5"/>
    <dgm:cxn modelId="{72571ABC-EE41-47AA-A4BC-9999A3BF69BC}" type="presParOf" srcId="{1F3188A1-2BE8-4459-B6B2-DCB72D38F5FD}" destId="{F40BBFE4-90C5-4887-BE91-587E364BBE24}" srcOrd="0" destOrd="0" presId="urn:microsoft.com/office/officeart/2005/8/layout/vList5"/>
    <dgm:cxn modelId="{8A61DD68-6AC3-441F-9EE7-A6B374156FF7}" type="presParOf" srcId="{1F3188A1-2BE8-4459-B6B2-DCB72D38F5FD}" destId="{8522D856-2150-4557-93EA-83FAEE78189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1F28A-8B14-467B-B361-ECF77E9CBA5C}">
      <dsp:nvSpPr>
        <dsp:cNvPr id="0" name=""/>
        <dsp:cNvSpPr/>
      </dsp:nvSpPr>
      <dsp:spPr>
        <a:xfrm rot="5400000">
          <a:off x="7302345" y="-3080221"/>
          <a:ext cx="907305" cy="729976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IBT project initially had 713 test cases, but only 80 test cases were functional.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During the initial analysis of the cleanup activity, we found that the majority of test cases were failing due to a lack of maintenance over the past three years.</a:t>
          </a:r>
        </a:p>
      </dsp:txBody>
      <dsp:txXfrm rot="-5400000">
        <a:off x="4106117" y="160298"/>
        <a:ext cx="7255472" cy="818723"/>
      </dsp:txXfrm>
    </dsp:sp>
    <dsp:sp modelId="{8691F715-80C5-4BAD-BF13-54EF45591061}">
      <dsp:nvSpPr>
        <dsp:cNvPr id="0" name=""/>
        <dsp:cNvSpPr/>
      </dsp:nvSpPr>
      <dsp:spPr>
        <a:xfrm>
          <a:off x="0" y="2593"/>
          <a:ext cx="4106116" cy="1134131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Test Case Status</a:t>
          </a:r>
        </a:p>
      </dsp:txBody>
      <dsp:txXfrm>
        <a:off x="55364" y="57957"/>
        <a:ext cx="3995388" cy="1023403"/>
      </dsp:txXfrm>
    </dsp:sp>
    <dsp:sp modelId="{09B400CD-BD80-49BE-95FB-9EB3EFF1E914}">
      <dsp:nvSpPr>
        <dsp:cNvPr id="0" name=""/>
        <dsp:cNvSpPr/>
      </dsp:nvSpPr>
      <dsp:spPr>
        <a:xfrm rot="5400000">
          <a:off x="7302345" y="-1889383"/>
          <a:ext cx="907305" cy="729976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framework relied on outdated dependencies and plugins in Maven.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It used Selenium 3, Cucumber 1.2.4, and Java 7, making it obsolete and incompatible with modern standards.</a:t>
          </a:r>
        </a:p>
      </dsp:txBody>
      <dsp:txXfrm rot="-5400000">
        <a:off x="4106117" y="1351136"/>
        <a:ext cx="7255472" cy="818723"/>
      </dsp:txXfrm>
    </dsp:sp>
    <dsp:sp modelId="{CBB9CE1D-BF8F-47C3-BDDB-147F445F0330}">
      <dsp:nvSpPr>
        <dsp:cNvPr id="0" name=""/>
        <dsp:cNvSpPr/>
      </dsp:nvSpPr>
      <dsp:spPr>
        <a:xfrm>
          <a:off x="0" y="1193432"/>
          <a:ext cx="4106116" cy="1134131"/>
        </a:xfrm>
        <a:prstGeom prst="roundRect">
          <a:avLst/>
        </a:prstGeom>
        <a:solidFill>
          <a:schemeClr val="accent2">
            <a:shade val="80000"/>
            <a:hueOff val="186796"/>
            <a:satOff val="-16943"/>
            <a:lumOff val="9609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Framework and Dependency Issues</a:t>
          </a:r>
        </a:p>
      </dsp:txBody>
      <dsp:txXfrm>
        <a:off x="55364" y="1248796"/>
        <a:ext cx="3995388" cy="1023403"/>
      </dsp:txXfrm>
    </dsp:sp>
    <dsp:sp modelId="{60CBDFE8-CFE4-4A50-AFA4-99CAE1F5C8C7}">
      <dsp:nvSpPr>
        <dsp:cNvPr id="0" name=""/>
        <dsp:cNvSpPr/>
      </dsp:nvSpPr>
      <dsp:spPr>
        <a:xfrm rot="5400000">
          <a:off x="7302345" y="-698545"/>
          <a:ext cx="907305" cy="729976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There was no integration with CI/CD tools, and test case execution was entirely manual, performed on local systems.</a:t>
          </a:r>
        </a:p>
      </dsp:txBody>
      <dsp:txXfrm rot="-5400000">
        <a:off x="4106117" y="2541974"/>
        <a:ext cx="7255472" cy="818723"/>
      </dsp:txXfrm>
    </dsp:sp>
    <dsp:sp modelId="{53BDCD69-416E-4070-BD49-646627F0DD56}">
      <dsp:nvSpPr>
        <dsp:cNvPr id="0" name=""/>
        <dsp:cNvSpPr/>
      </dsp:nvSpPr>
      <dsp:spPr>
        <a:xfrm>
          <a:off x="0" y="2384270"/>
          <a:ext cx="4106116" cy="1134131"/>
        </a:xfrm>
        <a:prstGeom prst="roundRect">
          <a:avLst/>
        </a:prstGeom>
        <a:solidFill>
          <a:schemeClr val="accent2">
            <a:shade val="80000"/>
            <a:hueOff val="373591"/>
            <a:satOff val="-33885"/>
            <a:lumOff val="19218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CI/CD Integration</a:t>
          </a:r>
          <a:endParaRPr lang="en-US" sz="24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5364" y="2439634"/>
        <a:ext cx="3995388" cy="1023403"/>
      </dsp:txXfrm>
    </dsp:sp>
    <dsp:sp modelId="{951A8E0F-6E8A-49A4-897E-4524946021EE}">
      <dsp:nvSpPr>
        <dsp:cNvPr id="0" name=""/>
        <dsp:cNvSpPr/>
      </dsp:nvSpPr>
      <dsp:spPr>
        <a:xfrm rot="5400000">
          <a:off x="7302345" y="492292"/>
          <a:ext cx="907305" cy="729976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Passwords were stored directly in the code using basic encoder/decoder logic, which posed a serious security risk.</a:t>
          </a:r>
        </a:p>
      </dsp:txBody>
      <dsp:txXfrm rot="-5400000">
        <a:off x="4106117" y="3732812"/>
        <a:ext cx="7255472" cy="818723"/>
      </dsp:txXfrm>
    </dsp:sp>
    <dsp:sp modelId="{2F16F431-DCF4-4E26-9D11-9F1E73795FF0}">
      <dsp:nvSpPr>
        <dsp:cNvPr id="0" name=""/>
        <dsp:cNvSpPr/>
      </dsp:nvSpPr>
      <dsp:spPr>
        <a:xfrm>
          <a:off x="0" y="3589330"/>
          <a:ext cx="4106116" cy="1134131"/>
        </a:xfrm>
        <a:prstGeom prst="roundRect">
          <a:avLst/>
        </a:prstGeom>
        <a:solidFill>
          <a:schemeClr val="accent2">
            <a:shade val="80000"/>
            <a:hueOff val="560387"/>
            <a:satOff val="-50828"/>
            <a:lumOff val="28828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Security Risks</a:t>
          </a:r>
        </a:p>
      </dsp:txBody>
      <dsp:txXfrm>
        <a:off x="55364" y="3644694"/>
        <a:ext cx="3995388" cy="1023403"/>
      </dsp:txXfrm>
    </dsp:sp>
    <dsp:sp modelId="{8522D856-2150-4557-93EA-83FAEE781895}">
      <dsp:nvSpPr>
        <dsp:cNvPr id="0" name=""/>
        <dsp:cNvSpPr/>
      </dsp:nvSpPr>
      <dsp:spPr>
        <a:xfrm rot="5400000">
          <a:off x="7302345" y="1683130"/>
          <a:ext cx="907305" cy="729976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Reporting was basic, providing only a pass/fail status for test cases.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There were no screenshots for failed test cases, making debugging and issue identification challenging.</a:t>
          </a:r>
        </a:p>
      </dsp:txBody>
      <dsp:txXfrm rot="-5400000">
        <a:off x="4106117" y="4923650"/>
        <a:ext cx="7255472" cy="818723"/>
      </dsp:txXfrm>
    </dsp:sp>
    <dsp:sp modelId="{F40BBFE4-90C5-4887-BE91-587E364BBE24}">
      <dsp:nvSpPr>
        <dsp:cNvPr id="0" name=""/>
        <dsp:cNvSpPr/>
      </dsp:nvSpPr>
      <dsp:spPr>
        <a:xfrm>
          <a:off x="0" y="4765946"/>
          <a:ext cx="4106116" cy="1134131"/>
        </a:xfrm>
        <a:prstGeom prst="roundRect">
          <a:avLst/>
        </a:prstGeom>
        <a:solidFill>
          <a:schemeClr val="accent2">
            <a:shade val="80000"/>
            <a:hueOff val="747183"/>
            <a:satOff val="-67771"/>
            <a:lumOff val="38437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Reporting Limitations</a:t>
          </a:r>
        </a:p>
      </dsp:txBody>
      <dsp:txXfrm>
        <a:off x="55364" y="4821310"/>
        <a:ext cx="3995388" cy="10234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dt" idx="1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33BE61-09CC-4B4D-85FB-C3AA78C4317C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51" name="PlaceHolder 4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5"/>
          <p:cNvSpPr>
            <a:spLocks noGrp="1" noRot="1" noChangeAspect="1"/>
          </p:cNvSpPr>
          <p:nvPr>
            <p:ph type="sldImg"/>
          </p:nvPr>
        </p:nvSpPr>
        <p:spPr>
          <a:xfrm>
            <a:off x="1371600" y="764280"/>
            <a:ext cx="5028480" cy="37713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53" name="PlaceHolder 6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7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PlaceHolder 8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PlaceHolder 9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10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6EB090-5515-4503-BAB2-6B73940D1830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11"/>
          <p:cNvSpPr>
            <a:spLocks noGrp="1"/>
          </p:cNvSpPr>
          <p:nvPr>
            <p:ph type="ftr" idx="5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PlaceHolder 12"/>
          <p:cNvSpPr>
            <a:spLocks noGrp="1"/>
          </p:cNvSpPr>
          <p:nvPr>
            <p:ph type="sldNum" idx="6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C94971D-932F-400D-BC50-3504E951712A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PlaceHolder 13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PlaceHolder 14"/>
          <p:cNvSpPr>
            <a:spLocks noGrp="1"/>
          </p:cNvSpPr>
          <p:nvPr>
            <p:ph type="dt" idx="7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030239-436D-42FA-8D3F-35A0B4BDBB42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PlaceHolder 15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63" name="PlaceHolder 16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17"/>
          <p:cNvSpPr>
            <a:spLocks noGrp="1"/>
          </p:cNvSpPr>
          <p:nvPr>
            <p:ph type="ftr" idx="8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PlaceHolder 18"/>
          <p:cNvSpPr>
            <a:spLocks noGrp="1"/>
          </p:cNvSpPr>
          <p:nvPr>
            <p:ph type="sldNum" idx="9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A337B4-B6F2-4975-98E3-88608CDA62E5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19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20"/>
          <p:cNvSpPr>
            <a:spLocks noGrp="1"/>
          </p:cNvSpPr>
          <p:nvPr>
            <p:ph type="dt" idx="10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33188E-BFC5-4530-8A01-01974AD1DE76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PlaceHolder 21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69" name="PlaceHolder 2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3"/>
          <p:cNvSpPr>
            <a:spLocks noGrp="1"/>
          </p:cNvSpPr>
          <p:nvPr>
            <p:ph type="ftr" idx="11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PlaceHolder 24"/>
          <p:cNvSpPr>
            <a:spLocks noGrp="1"/>
          </p:cNvSpPr>
          <p:nvPr>
            <p:ph type="sldNum" idx="12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20AC4A-ACBF-4177-B250-D4298AB490B3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25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PlaceHolder 26"/>
          <p:cNvSpPr>
            <a:spLocks noGrp="1"/>
          </p:cNvSpPr>
          <p:nvPr>
            <p:ph type="dt" idx="13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3FA1C6-6DB7-4067-8DFE-34043E183175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PlaceHolder 27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75" name="PlaceHolder 28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9"/>
          <p:cNvSpPr>
            <a:spLocks noGrp="1"/>
          </p:cNvSpPr>
          <p:nvPr>
            <p:ph type="ftr" idx="14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PlaceHolder 30"/>
          <p:cNvSpPr>
            <a:spLocks noGrp="1"/>
          </p:cNvSpPr>
          <p:nvPr>
            <p:ph type="sldNum" idx="15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06A608-1D46-480C-A913-0D8462940A45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900D828C-42E7-4AA7-88A5-80DA725A2C2A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CB0DE14B-0C8E-4701-BF93-8CBD81AA0332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CA6EC189-C0C5-4C3A-9D0D-49B382C6BD53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2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2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5CFD-C32B-7224-B6F9-1127971A6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>
            <a:extLst>
              <a:ext uri="{FF2B5EF4-FFF2-40B4-BE49-F238E27FC236}">
                <a16:creationId xmlns:a16="http://schemas.microsoft.com/office/drawing/2014/main" id="{990A895E-EE30-6540-7C9E-B11EC96059A4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>
            <a:extLst>
              <a:ext uri="{FF2B5EF4-FFF2-40B4-BE49-F238E27FC236}">
                <a16:creationId xmlns:a16="http://schemas.microsoft.com/office/drawing/2014/main" id="{A31CE242-15C2-C0C0-D00C-3CC68B36408D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3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>
            <a:extLst>
              <a:ext uri="{FF2B5EF4-FFF2-40B4-BE49-F238E27FC236}">
                <a16:creationId xmlns:a16="http://schemas.microsoft.com/office/drawing/2014/main" id="{54370B7B-0837-9168-151B-FB09F9B2914D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3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>
            <a:extLst>
              <a:ext uri="{FF2B5EF4-FFF2-40B4-BE49-F238E27FC236}">
                <a16:creationId xmlns:a16="http://schemas.microsoft.com/office/drawing/2014/main" id="{5CF6A036-B553-3BFC-DC2D-2E16C6F36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2891DBD0-D848-49CD-110A-33FECF62F9E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1461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C8D70-EFE6-96C5-B251-4C54FA4D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>
            <a:extLst>
              <a:ext uri="{FF2B5EF4-FFF2-40B4-BE49-F238E27FC236}">
                <a16:creationId xmlns:a16="http://schemas.microsoft.com/office/drawing/2014/main" id="{5ECC7ABF-1E8F-01F1-3180-CCF9A895169C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>
            <a:extLst>
              <a:ext uri="{FF2B5EF4-FFF2-40B4-BE49-F238E27FC236}">
                <a16:creationId xmlns:a16="http://schemas.microsoft.com/office/drawing/2014/main" id="{B954922B-7C76-4E77-FCDA-889B3A2A1CAA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4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>
            <a:extLst>
              <a:ext uri="{FF2B5EF4-FFF2-40B4-BE49-F238E27FC236}">
                <a16:creationId xmlns:a16="http://schemas.microsoft.com/office/drawing/2014/main" id="{4D21448F-495E-92E1-9A0D-76DB07268F29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4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>
            <a:extLst>
              <a:ext uri="{FF2B5EF4-FFF2-40B4-BE49-F238E27FC236}">
                <a16:creationId xmlns:a16="http://schemas.microsoft.com/office/drawing/2014/main" id="{CDCB8C69-94FF-1555-0ACF-3B1DCE5A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6B48D676-E4DA-05F9-F37A-8230AAFC10F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3808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C18A4-E27A-5F36-E19A-A391CAF5D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>
            <a:extLst>
              <a:ext uri="{FF2B5EF4-FFF2-40B4-BE49-F238E27FC236}">
                <a16:creationId xmlns:a16="http://schemas.microsoft.com/office/drawing/2014/main" id="{003F5491-41E6-88E0-A8C8-14678C0AD4A4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>
            <a:extLst>
              <a:ext uri="{FF2B5EF4-FFF2-40B4-BE49-F238E27FC236}">
                <a16:creationId xmlns:a16="http://schemas.microsoft.com/office/drawing/2014/main" id="{8BB7C76C-6C6C-809A-6206-E9780DC7E8D9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>
            <a:extLst>
              <a:ext uri="{FF2B5EF4-FFF2-40B4-BE49-F238E27FC236}">
                <a16:creationId xmlns:a16="http://schemas.microsoft.com/office/drawing/2014/main" id="{16E5B6E6-2652-FF82-E003-D1C796807120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>
            <a:extLst>
              <a:ext uri="{FF2B5EF4-FFF2-40B4-BE49-F238E27FC236}">
                <a16:creationId xmlns:a16="http://schemas.microsoft.com/office/drawing/2014/main" id="{1DF05E3B-F9A9-781D-716B-F8496A5A0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12B1F270-33CE-8AA9-D616-C4162D97062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3824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36CC9-0761-7DD1-AF83-DAABE17D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Date Placeholder 2">
            <a:extLst>
              <a:ext uri="{FF2B5EF4-FFF2-40B4-BE49-F238E27FC236}">
                <a16:creationId xmlns:a16="http://schemas.microsoft.com/office/drawing/2014/main" id="{3103384E-DBFC-362A-482A-16292755F36F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A0B736FC-FD8A-497F-ADE1-5751512C7DC2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lide Number Placeholder 12">
            <a:extLst>
              <a:ext uri="{FF2B5EF4-FFF2-40B4-BE49-F238E27FC236}">
                <a16:creationId xmlns:a16="http://schemas.microsoft.com/office/drawing/2014/main" id="{AA1F60BF-DEDF-67FE-E4E9-679C3C0D882B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7E7B21BC-2925-4AAD-B9CA-A200AE11C956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lide Number Placeholder 6">
            <a:extLst>
              <a:ext uri="{FF2B5EF4-FFF2-40B4-BE49-F238E27FC236}">
                <a16:creationId xmlns:a16="http://schemas.microsoft.com/office/drawing/2014/main" id="{E94B0BF8-1F45-5F58-61B6-AA45FFD79A72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7078F9E7-8155-41B8-A744-1A81D83EE30E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1">
            <a:extLst>
              <a:ext uri="{FF2B5EF4-FFF2-40B4-BE49-F238E27FC236}">
                <a16:creationId xmlns:a16="http://schemas.microsoft.com/office/drawing/2014/main" id="{6ECB1F04-0DA4-B335-68C4-AB637C2F3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>
            <a:extLst>
              <a:ext uri="{FF2B5EF4-FFF2-40B4-BE49-F238E27FC236}">
                <a16:creationId xmlns:a16="http://schemas.microsoft.com/office/drawing/2014/main" id="{A9578BBD-8000-E6BA-9DD1-9F27905EF75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1753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DB8BC-4536-582A-6E7A-134347B7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Date Placeholder 2">
            <a:extLst>
              <a:ext uri="{FF2B5EF4-FFF2-40B4-BE49-F238E27FC236}">
                <a16:creationId xmlns:a16="http://schemas.microsoft.com/office/drawing/2014/main" id="{6AC05A44-48B9-5174-E582-B5A0C7333B39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A0B736FC-FD8A-497F-ADE1-5751512C7DC2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lide Number Placeholder 12">
            <a:extLst>
              <a:ext uri="{FF2B5EF4-FFF2-40B4-BE49-F238E27FC236}">
                <a16:creationId xmlns:a16="http://schemas.microsoft.com/office/drawing/2014/main" id="{ECEFDD02-9147-0DB5-0A7E-B01E07EE5F2F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7E7B21BC-2925-4AAD-B9CA-A200AE11C956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lide Number Placeholder 6">
            <a:extLst>
              <a:ext uri="{FF2B5EF4-FFF2-40B4-BE49-F238E27FC236}">
                <a16:creationId xmlns:a16="http://schemas.microsoft.com/office/drawing/2014/main" id="{97D52918-A47F-95B9-617A-357F11F7C41B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7078F9E7-8155-41B8-A744-1A81D83EE30E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1">
            <a:extLst>
              <a:ext uri="{FF2B5EF4-FFF2-40B4-BE49-F238E27FC236}">
                <a16:creationId xmlns:a16="http://schemas.microsoft.com/office/drawing/2014/main" id="{BF00185E-B0BA-80F9-8439-FE80D1E65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>
            <a:extLst>
              <a:ext uri="{FF2B5EF4-FFF2-40B4-BE49-F238E27FC236}">
                <a16:creationId xmlns:a16="http://schemas.microsoft.com/office/drawing/2014/main" id="{BDF5AEEF-ECF8-E3ED-0A57-AB7BF2FDFD8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0381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DCF6B-BC8F-EBCF-D9F7-08F158DD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Date Placeholder 2">
            <a:extLst>
              <a:ext uri="{FF2B5EF4-FFF2-40B4-BE49-F238E27FC236}">
                <a16:creationId xmlns:a16="http://schemas.microsoft.com/office/drawing/2014/main" id="{87D1B59A-E2C0-FCE1-3B96-5DD930E170A8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A0B736FC-FD8A-497F-ADE1-5751512C7DC2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lide Number Placeholder 12">
            <a:extLst>
              <a:ext uri="{FF2B5EF4-FFF2-40B4-BE49-F238E27FC236}">
                <a16:creationId xmlns:a16="http://schemas.microsoft.com/office/drawing/2014/main" id="{8FFC01F4-49E8-23C1-07DB-C0FABC15B0C7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7E7B21BC-2925-4AAD-B9CA-A200AE11C956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lide Number Placeholder 6">
            <a:extLst>
              <a:ext uri="{FF2B5EF4-FFF2-40B4-BE49-F238E27FC236}">
                <a16:creationId xmlns:a16="http://schemas.microsoft.com/office/drawing/2014/main" id="{1475FAD0-C862-B0FF-3E4A-671561CE62A6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7078F9E7-8155-41B8-A744-1A81D83EE30E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1">
            <a:extLst>
              <a:ext uri="{FF2B5EF4-FFF2-40B4-BE49-F238E27FC236}">
                <a16:creationId xmlns:a16="http://schemas.microsoft.com/office/drawing/2014/main" id="{4443C713-1B0B-7B40-26D7-C672A805F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>
            <a:extLst>
              <a:ext uri="{FF2B5EF4-FFF2-40B4-BE49-F238E27FC236}">
                <a16:creationId xmlns:a16="http://schemas.microsoft.com/office/drawing/2014/main" id="{CACE3613-EA19-F55C-D99A-4A8AC24B1E0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2159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0EEAE5B1-782D-4ACD-A825-BF8612330109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6/5/2025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5627C3F8-E0D3-4016-9396-95AA7FFCE087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9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35D6B22-CB34-4D65-851F-59A61B4DED2A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9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Layout7-blank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2-Layout7-blank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BAF4-A23D-3EF7-FEF9-DF365A1C1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7E239-FBE3-3388-F936-C28B9A3E0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504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F211-C8BC-B937-3456-48E608F77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D96B4-95C2-2D57-5AB0-712AD32D9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179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ACE3-FD49-3337-D200-77E76066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9D53E-00B2-3EA5-5E57-84255C436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5021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2450-9C68-6EA6-2E46-EB53980C5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4DA75-BBD0-1E4D-2B34-4C08D57D7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0458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4"/>
          <p:cNvPicPr/>
          <p:nvPr/>
        </p:nvPicPr>
        <p:blipFill>
          <a:blip r:embed="rId3"/>
          <a:stretch/>
        </p:blipFill>
        <p:spPr>
          <a:xfrm>
            <a:off x="8295840" y="622908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11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F542A4F3-0EE9-4504-A7E6-2498B081CE9C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2"/>
          <p:cNvPicPr/>
          <p:nvPr/>
        </p:nvPicPr>
        <p:blipFill>
          <a:blip r:embed="rId4"/>
          <a:stretch/>
        </p:blipFill>
        <p:spPr>
          <a:xfrm>
            <a:off x="10814040" y="6270480"/>
            <a:ext cx="860400" cy="526320"/>
          </a:xfrm>
          <a:prstGeom prst="rect">
            <a:avLst/>
          </a:prstGeom>
          <a:ln w="1260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the title text formatClick to edit Master title style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21560" y="924840"/>
            <a:ext cx="11348640" cy="452556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rmAutofit fontScale="68743"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the outline text format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56000" lvl="7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Eighth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888000" lvl="8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Ninth Outline LevelEdit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320000" lvl="0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320000" lvl="0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320000" lvl="0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4"/>
          <p:cNvPicPr/>
          <p:nvPr/>
        </p:nvPicPr>
        <p:blipFill>
          <a:blip r:embed="rId3"/>
          <a:stretch/>
        </p:blipFill>
        <p:spPr>
          <a:xfrm>
            <a:off x="8295840" y="622908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73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8BEDF1CC-3130-42E7-ACEA-EEEFE2AC0D10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Picture 2"/>
          <p:cNvPicPr/>
          <p:nvPr/>
        </p:nvPicPr>
        <p:blipFill>
          <a:blip r:embed="rId4"/>
          <a:stretch/>
        </p:blipFill>
        <p:spPr>
          <a:xfrm>
            <a:off x="10814040" y="6270480"/>
            <a:ext cx="860400" cy="526320"/>
          </a:xfrm>
          <a:prstGeom prst="rect">
            <a:avLst/>
          </a:prstGeom>
          <a:ln w="1260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197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392EFEAF-0095-461A-AE34-DBDA2F9BF995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07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620F0CF7-0818-4AF2-9BB8-999720C7317F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60020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5183280" y="987480"/>
            <a:ext cx="6172200" cy="4873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lvl="1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lvl="3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lvl="4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18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DA6C4910-2526-41BA-80C2-094E0644BA78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60020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title"/>
          </p:nvPr>
        </p:nvSpPr>
        <p:spPr>
          <a:xfrm>
            <a:off x="5183280" y="987480"/>
            <a:ext cx="6172200" cy="4873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29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95BC6D22-9838-4B8E-84B6-BF18C33D6A6A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421560" y="924840"/>
            <a:ext cx="11348640" cy="4525560"/>
          </a:xfrm>
          <a:prstGeom prst="rect">
            <a:avLst/>
          </a:prstGeom>
          <a:noFill/>
          <a:ln w="12600">
            <a:noFill/>
          </a:ln>
        </p:spPr>
        <p:txBody>
          <a:bodyPr vert="eaVert" lIns="45000" tIns="90000" rIns="45000" bIns="90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39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75268E13-0223-4ACC-A782-D08F2FC33944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8975880" y="60480"/>
            <a:ext cx="2849400" cy="5389560"/>
          </a:xfrm>
          <a:prstGeom prst="rect">
            <a:avLst/>
          </a:prstGeom>
          <a:noFill/>
          <a:ln w="12600">
            <a:noFill/>
          </a:ln>
        </p:spPr>
        <p:txBody>
          <a:bodyPr vert="eaVert" lIns="45000" tIns="90000" rIns="45000" bIns="90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422280" y="60480"/>
            <a:ext cx="8400960" cy="5389560"/>
          </a:xfrm>
          <a:prstGeom prst="rect">
            <a:avLst/>
          </a:prstGeom>
          <a:noFill/>
          <a:ln w="12600">
            <a:noFill/>
          </a:ln>
        </p:spPr>
        <p:txBody>
          <a:bodyPr vert="eaVert" lIns="45000" tIns="90000" rIns="45000" bIns="90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2334819\Downloads\IBT_Execution_Reports_17thFeb%20(2)\IBT_Execution_Reports_17thFeb\Markup\Test%20Report%20with%20failure%20logs%20if%20any\SparkRepor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Content Placeholder 5"/>
          <p:cNvPicPr/>
          <p:nvPr/>
        </p:nvPicPr>
        <p:blipFill>
          <a:blip r:embed="rId3"/>
          <a:stretch/>
        </p:blipFill>
        <p:spPr>
          <a:xfrm>
            <a:off x="5917325" y="715680"/>
            <a:ext cx="6111765" cy="5218560"/>
          </a:xfrm>
          <a:prstGeom prst="rect">
            <a:avLst/>
          </a:prstGeom>
          <a:ln w="12600">
            <a:noFill/>
          </a:ln>
        </p:spPr>
      </p:pic>
      <p:sp>
        <p:nvSpPr>
          <p:cNvPr id="279" name="TextBox 4"/>
          <p:cNvSpPr/>
          <p:nvPr/>
        </p:nvSpPr>
        <p:spPr>
          <a:xfrm>
            <a:off x="583325" y="2743201"/>
            <a:ext cx="5192111" cy="2062103"/>
          </a:xfrm>
          <a:custGeom>
            <a:avLst/>
            <a:gdLst>
              <a:gd name="textAreaLeft" fmla="*/ 0 w 3977280"/>
              <a:gd name="textAreaRight" fmla="*/ 3977640 w 3977280"/>
              <a:gd name="textAreaTop" fmla="*/ 0 h 1313280"/>
              <a:gd name="textAreaBottom" fmla="*/ 1313640 h 1313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M&amp;S Intl Automation             (IBT, Pricing, DS)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Journey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Insights</a:t>
            </a:r>
          </a:p>
          <a:p>
            <a:r>
              <a:rPr lang="en-US" sz="3200" dirty="0">
                <a:effectLst/>
                <a:latin typeface="-apple-system"/>
              </a:rPr>
              <a:t> 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7DC5"/>
                </a:solidFill>
                <a:latin typeface="Calibri"/>
                <a:ea typeface="Calibri"/>
              </a:rPr>
              <a:t>International Buying Tool (IBT) - Overview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21560" y="703080"/>
            <a:ext cx="11405880" cy="6154920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Scope</a:t>
            </a:r>
            <a:r>
              <a:rPr lang="en-US" sz="18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36538" indent="-236538" algn="l">
              <a:spcBef>
                <a:spcPts val="750"/>
              </a:spcBef>
              <a:buNone/>
            </a:pPr>
            <a:r>
              <a:rPr lang="en-US" sz="1800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800" b="0" i="0" dirty="0">
                <a:solidFill>
                  <a:srgbClr val="172B4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of Sanity, Smoke, Regression and Feature specific functional Testcases.</a:t>
            </a:r>
          </a:p>
          <a:p>
            <a:pPr marL="284163" indent="-284163" algn="l">
              <a:spcBef>
                <a:spcPts val="750"/>
              </a:spcBef>
              <a:buNone/>
            </a:pPr>
            <a:endParaRPr lang="en-US" sz="1800" b="0" i="0" dirty="0">
              <a:solidFill>
                <a:srgbClr val="172B4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b="0" i="0" dirty="0">
              <a:solidFill>
                <a:srgbClr val="172B4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b="0" i="0" dirty="0">
              <a:solidFill>
                <a:srgbClr val="172B4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b="0" i="0" dirty="0">
              <a:solidFill>
                <a:srgbClr val="172B4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Framework Tech Stack:</a:t>
            </a:r>
          </a:p>
          <a:p>
            <a:pPr lvl="1">
              <a:spcBef>
                <a:spcPts val="750"/>
              </a:spcBef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Selenium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lvl="1">
              <a:spcBef>
                <a:spcPts val="750"/>
              </a:spcBef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Framework: 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 </a:t>
            </a:r>
          </a:p>
          <a:p>
            <a:pPr lvl="1">
              <a:spcBef>
                <a:spcPts val="750"/>
              </a:spcBef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Language: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Java</a:t>
            </a:r>
          </a:p>
          <a:p>
            <a:pPr lvl="1">
              <a:spcBef>
                <a:spcPts val="750"/>
              </a:spcBef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Queries: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MongoDB and SQL</a:t>
            </a:r>
          </a:p>
          <a:p>
            <a:pPr lvl="1">
              <a:spcBef>
                <a:spcPts val="750"/>
              </a:spcBef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Reporting: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Extent Reports</a:t>
            </a:r>
          </a:p>
          <a:p>
            <a:pPr lvl="1">
              <a:spcBef>
                <a:spcPts val="750"/>
              </a:spcBef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Automation Tool: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Maven</a:t>
            </a:r>
            <a:endParaRPr lang="en-US" sz="18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750"/>
              </a:spcBef>
            </a:pPr>
            <a:endParaRPr lang="en-US" sz="18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 fontAlgn="ctr"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0F902C-5C5B-9132-EA20-51139B493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17315"/>
              </p:ext>
            </p:extLst>
          </p:nvPr>
        </p:nvGraphicFramePr>
        <p:xfrm>
          <a:off x="756745" y="1725562"/>
          <a:ext cx="5013435" cy="2247564"/>
        </p:xfrm>
        <a:graphic>
          <a:graphicData uri="http://schemas.openxmlformats.org/drawingml/2006/table">
            <a:tbl>
              <a:tblPr/>
              <a:tblGrid>
                <a:gridCol w="791437">
                  <a:extLst>
                    <a:ext uri="{9D8B030D-6E8A-4147-A177-3AD203B41FA5}">
                      <a16:colId xmlns:a16="http://schemas.microsoft.com/office/drawing/2014/main" val="559863662"/>
                    </a:ext>
                  </a:extLst>
                </a:gridCol>
                <a:gridCol w="2638807">
                  <a:extLst>
                    <a:ext uri="{9D8B030D-6E8A-4147-A177-3AD203B41FA5}">
                      <a16:colId xmlns:a16="http://schemas.microsoft.com/office/drawing/2014/main" val="505089587"/>
                    </a:ext>
                  </a:extLst>
                </a:gridCol>
                <a:gridCol w="1583191">
                  <a:extLst>
                    <a:ext uri="{9D8B030D-6E8A-4147-A177-3AD203B41FA5}">
                      <a16:colId xmlns:a16="http://schemas.microsoft.com/office/drawing/2014/main" val="1820071297"/>
                    </a:ext>
                  </a:extLst>
                </a:gridCol>
              </a:tblGrid>
              <a:tr h="29954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 err="1">
                          <a:effectLst/>
                        </a:rPr>
                        <a:t>S.No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effectLst/>
                        </a:rPr>
                        <a:t>Category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effectLst/>
                        </a:rPr>
                        <a:t>Total Testcases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70860"/>
                  </a:ext>
                </a:extLst>
              </a:tr>
              <a:tr h="3304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1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Smoke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9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423556"/>
                  </a:ext>
                </a:extLst>
              </a:tr>
              <a:tr h="20150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2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Sanity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15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786566"/>
                  </a:ext>
                </a:extLst>
              </a:tr>
              <a:tr h="3304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3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Regression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192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225337"/>
                  </a:ext>
                </a:extLst>
              </a:tr>
              <a:tr h="54565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Feature Specific Functional Testcases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451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523707"/>
                  </a:ext>
                </a:extLst>
              </a:tr>
              <a:tr h="330439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</a:rPr>
                        <a:t>                         Total 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</a:rPr>
                        <a:t>667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46233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BD46A-90D6-F9F9-D882-8616EF1B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>
            <a:extLst>
              <a:ext uri="{FF2B5EF4-FFF2-40B4-BE49-F238E27FC236}">
                <a16:creationId xmlns:a16="http://schemas.microsoft.com/office/drawing/2014/main" id="{8DF63814-F4E7-9ED6-2580-51124E584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635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Initial State of IBT Automation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1" name="PlaceHolder 2">
            <a:extLst>
              <a:ext uri="{FF2B5EF4-FFF2-40B4-BE49-F238E27FC236}">
                <a16:creationId xmlns:a16="http://schemas.microsoft.com/office/drawing/2014/main" id="{3736DE8C-3D34-05D4-7CFD-239537364D0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21560" y="898634"/>
            <a:ext cx="11405880" cy="2175642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/>
          <a:p>
            <a:pPr marL="457200" lvl="1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 fontAlgn="ctr"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1E09FB6C-73F1-AD1A-615A-39095F63FE37}"/>
              </a:ext>
            </a:extLst>
          </p:cNvPr>
          <p:cNvSpPr txBox="1">
            <a:spLocks/>
          </p:cNvSpPr>
          <p:nvPr/>
        </p:nvSpPr>
        <p:spPr>
          <a:xfrm>
            <a:off x="421560" y="3074276"/>
            <a:ext cx="11650353" cy="709449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35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AD5DADA-3D54-960E-9E62-081B2A1CB3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6915341"/>
              </p:ext>
            </p:extLst>
          </p:nvPr>
        </p:nvGraphicFramePr>
        <p:xfrm>
          <a:off x="340212" y="703080"/>
          <a:ext cx="11405880" cy="5902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315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B3165-02BD-E4EF-6C9B-846905C3F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>
            <a:extLst>
              <a:ext uri="{FF2B5EF4-FFF2-40B4-BE49-F238E27FC236}">
                <a16:creationId xmlns:a16="http://schemas.microsoft.com/office/drawing/2014/main" id="{64A5108B-1E3A-40C5-E38A-AFA694CC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5" y="155433"/>
            <a:ext cx="11525375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3038" indent="-173038">
              <a:lnSpc>
                <a:spcPct val="100000"/>
              </a:lnSpc>
              <a:buNone/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  Initiatives</a:t>
            </a:r>
            <a:r>
              <a:rPr lang="en-US" sz="1800" b="1" dirty="0">
                <a:effectLst/>
                <a:latin typeface="Calibri" panose="020F0502020204030204" pitchFamily="34" charset="0"/>
              </a:rPr>
              <a:t> </a:t>
            </a: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Taken</a:t>
            </a:r>
          </a:p>
        </p:txBody>
      </p:sp>
      <p:sp>
        <p:nvSpPr>
          <p:cNvPr id="281" name="PlaceHolder 2">
            <a:extLst>
              <a:ext uri="{FF2B5EF4-FFF2-40B4-BE49-F238E27FC236}">
                <a16:creationId xmlns:a16="http://schemas.microsoft.com/office/drawing/2014/main" id="{BE801950-014A-6C1F-1ABA-47AE8C67995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19040" y="907215"/>
            <a:ext cx="11405880" cy="5413374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/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Reviving IBT Automation</a:t>
            </a:r>
          </a:p>
          <a:p>
            <a:pPr marL="742950" lvl="2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Benefits: </a:t>
            </a:r>
          </a:p>
          <a:p>
            <a:pPr marL="1200150" lvl="3" indent="-285750">
              <a:lnSpc>
                <a:spcPct val="110000"/>
              </a:lnSpc>
              <a:spcAft>
                <a:spcPts val="600"/>
              </a:spcAft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Execution time of the Smoke testing reduced from 4 hrs. to ~ 25 minutes. </a:t>
            </a:r>
          </a:p>
          <a:p>
            <a:pPr marL="1200150" lvl="3" indent="-285750">
              <a:lnSpc>
                <a:spcPct val="110000"/>
              </a:lnSpc>
              <a:spcAft>
                <a:spcPts val="600"/>
              </a:spcAft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Execution time of the Sanity Testing reduced from 1.5 days to ~ 3 hrs.</a:t>
            </a:r>
          </a:p>
          <a:p>
            <a:pPr marL="1200150" lvl="3" indent="-285750">
              <a:lnSpc>
                <a:spcPct val="110000"/>
              </a:lnSpc>
              <a:spcAft>
                <a:spcPts val="600"/>
              </a:spcAft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Execution time of the Regression Testing reduced from 5 days * 3 resource to ~ 14 hrs.</a:t>
            </a: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Secrets Management in GitHub Actions</a:t>
            </a: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 Upgrade</a:t>
            </a: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 Changes</a:t>
            </a:r>
          </a:p>
          <a:p>
            <a:pPr marL="742950" lvl="2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Old Report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742950" lvl="2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2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Report: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 action="ppaction://hlinkfile"/>
              </a:rPr>
              <a:t>Markup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Integration with GitHub Actions</a:t>
            </a: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Authored a README in the automation repo outlining the IBT automation overview, local setup, GitHub actions usage and report access instructions.</a:t>
            </a:r>
          </a:p>
          <a:p>
            <a:pPr marL="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1125" lvl="1" indent="-111125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r>
              <a:rPr lang="en-US" sz="16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6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D1FBF44-F990-44A0-9076-C834CB3903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043676"/>
              </p:ext>
            </p:extLst>
          </p:nvPr>
        </p:nvGraphicFramePr>
        <p:xfrm>
          <a:off x="2375337" y="4083269"/>
          <a:ext cx="1613339" cy="898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914570" imgH="771690" progId="Package">
                  <p:embed/>
                </p:oleObj>
              </mc:Choice>
              <mc:Fallback>
                <p:oleObj name="Packager Shell Object" showAsIcon="1" r:id="rId4" imgW="914570" imgH="77169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75337" y="4083269"/>
                        <a:ext cx="1613339" cy="8986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245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A9702-0A8A-32DD-102A-435ED531D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>
            <a:extLst>
              <a:ext uri="{FF2B5EF4-FFF2-40B4-BE49-F238E27FC236}">
                <a16:creationId xmlns:a16="http://schemas.microsoft.com/office/drawing/2014/main" id="{FD88A2E5-6B72-500F-75B2-9BFD25FDD6E3}"/>
              </a:ext>
            </a:extLst>
          </p:cNvPr>
          <p:cNvSpPr txBox="1">
            <a:spLocks/>
          </p:cNvSpPr>
          <p:nvPr/>
        </p:nvSpPr>
        <p:spPr>
          <a:xfrm>
            <a:off x="394320" y="274216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36538" indent="-236538">
              <a:lnSpc>
                <a:spcPct val="100000"/>
              </a:lnSpc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Microsoft YaHei"/>
              </a:rPr>
              <a:t>  General Guidelines Suggested to the Engineers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DF0C82FE-238D-DB9F-56D0-5CD7DF638EAB}"/>
              </a:ext>
            </a:extLst>
          </p:cNvPr>
          <p:cNvSpPr txBox="1">
            <a:spLocks/>
          </p:cNvSpPr>
          <p:nvPr/>
        </p:nvSpPr>
        <p:spPr>
          <a:xfrm>
            <a:off x="489095" y="1146411"/>
            <a:ext cx="11405880" cy="3466531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 Maintenance of the Test Script is required.</a:t>
            </a: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feature/functionality change, respective automation test scripts need to be identified and updated.</a:t>
            </a: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every Season change, test data needs to be updated for the respective screens based on the current active season data.</a:t>
            </a: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DB refresh ,some test scripts might fail due to data issue. On such cases, need to debug and fix those test scripts.</a:t>
            </a: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needs to check the test data correctness before executing any testcases and required knowledge is provided to the team on test data update.</a:t>
            </a: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every release, it's mandatory to execute Smoke Testcases and Sanity Testcases along with the required Regression testcases.</a:t>
            </a: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KT was given to the engineers on the Automation Framework, including topics such as Cucumber, Selenium, test data updates, test script execution, and other necessary automation-related details.</a:t>
            </a:r>
          </a:p>
          <a:p>
            <a:pPr marL="0" lvl="1" indent="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None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1125" lvl="1" indent="-111125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None/>
            </a:pPr>
            <a:r>
              <a:rPr lang="en-US" sz="1600" b="1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6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6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6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6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6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600" b="1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6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317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50A80-F0D0-15CA-E9F9-8459E1075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2">
            <a:extLst>
              <a:ext uri="{FF2B5EF4-FFF2-40B4-BE49-F238E27FC236}">
                <a16:creationId xmlns:a16="http://schemas.microsoft.com/office/drawing/2014/main" id="{AF9C81C3-0088-91BD-2E47-72A4B65EA52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2229" y="3910523"/>
            <a:ext cx="7023630" cy="2506133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rmAutofit fontScale="25000" lnSpcReduction="20000"/>
          </a:bodyPr>
          <a:lstStyle/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 Library: 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Assured (Java)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Framework: 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 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Language: 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Queries: 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MongoDB, SQL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Reporting: 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Extent Reports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Messaging Framework/Tool: 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Apache Kafka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Automation Tool: 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Maven</a:t>
            </a:r>
            <a:endParaRPr lang="en-US" sz="72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lnSpc>
                <a:spcPct val="110000"/>
              </a:lnSpc>
              <a:spcBef>
                <a:spcPts val="750"/>
              </a:spcBef>
              <a:buNone/>
            </a:pPr>
            <a:endParaRPr lang="en-US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0000"/>
              </a:lnSpc>
              <a:spcBef>
                <a:spcPts val="750"/>
              </a:spcBef>
            </a:pPr>
            <a:endParaRPr lang="en-US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6400" b="1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74725" lvl="3" indent="-349250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endParaRPr lang="en-US" sz="6400" b="0" strike="noStrike" spc="-1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72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      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Verdana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 algn="just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98046-74C2-A6E8-6F87-595A22AB0B39}"/>
              </a:ext>
            </a:extLst>
          </p:cNvPr>
          <p:cNvSpPr txBox="1"/>
          <p:nvPr/>
        </p:nvSpPr>
        <p:spPr>
          <a:xfrm>
            <a:off x="6211614" y="1471450"/>
            <a:ext cx="588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</a:rPr>
              <a:t>​​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3D79875B-4BA3-A94C-D160-C4F7D60ABBD0}"/>
              </a:ext>
            </a:extLst>
          </p:cNvPr>
          <p:cNvSpPr txBox="1">
            <a:spLocks/>
          </p:cNvSpPr>
          <p:nvPr/>
        </p:nvSpPr>
        <p:spPr>
          <a:xfrm>
            <a:off x="509934" y="272433"/>
            <a:ext cx="11403360" cy="628562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Microsoft YaHei"/>
              </a:rPr>
              <a:t>Pricing - Overview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AF6DB1-969B-6716-F4CB-1F280C2FE694}"/>
              </a:ext>
            </a:extLst>
          </p:cNvPr>
          <p:cNvSpPr txBox="1"/>
          <p:nvPr/>
        </p:nvSpPr>
        <p:spPr>
          <a:xfrm>
            <a:off x="509934" y="1029239"/>
            <a:ext cx="11260506" cy="218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API regression automation from scratch for the Pricing project, as there was no existing framework. Developed a robust automation framework with the latest dependencies and plugins. </a:t>
            </a:r>
          </a:p>
          <a:p>
            <a:pPr marL="742950" lvl="2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Benefit: Reduced API regression testing time reduced from 1 day to ~ 47 minutes</a:t>
            </a: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346075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 newly developed Pricing application in the last quarter, initiated fresh UI automation leveraging the components from the existing International automation framework.</a:t>
            </a:r>
          </a:p>
          <a:p>
            <a:pPr marL="742950" lvl="2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Benefit: Brought down UI test execution time from 2 days to ~ 20 minutes.</a:t>
            </a:r>
          </a:p>
          <a:p>
            <a:pPr marL="630238" lvl="2" indent="-173038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PlaceHolder 1">
            <a:extLst>
              <a:ext uri="{FF2B5EF4-FFF2-40B4-BE49-F238E27FC236}">
                <a16:creationId xmlns:a16="http://schemas.microsoft.com/office/drawing/2014/main" id="{2C655798-ADFF-8CE5-24C1-076B3D6CF4E9}"/>
              </a:ext>
            </a:extLst>
          </p:cNvPr>
          <p:cNvSpPr txBox="1">
            <a:spLocks/>
          </p:cNvSpPr>
          <p:nvPr/>
        </p:nvSpPr>
        <p:spPr>
          <a:xfrm>
            <a:off x="438507" y="3094053"/>
            <a:ext cx="11403360" cy="559982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Tech Stack</a:t>
            </a:r>
            <a:br>
              <a:rPr lang="en-US" sz="3200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3741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58F7C0-9B7B-73E4-7FF4-99071C12A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18420D-14BE-36CB-E77F-2553F5626EF9}"/>
              </a:ext>
            </a:extLst>
          </p:cNvPr>
          <p:cNvSpPr txBox="1"/>
          <p:nvPr/>
        </p:nvSpPr>
        <p:spPr>
          <a:xfrm>
            <a:off x="6211614" y="1471450"/>
            <a:ext cx="588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</a:rPr>
              <a:t>​​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6D798F77-C851-97C6-8411-660F4AF98DDD}"/>
              </a:ext>
            </a:extLst>
          </p:cNvPr>
          <p:cNvSpPr txBox="1">
            <a:spLocks/>
          </p:cNvSpPr>
          <p:nvPr/>
        </p:nvSpPr>
        <p:spPr>
          <a:xfrm>
            <a:off x="421560" y="3310168"/>
            <a:ext cx="11403360" cy="643157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>
              <a:lnSpc>
                <a:spcPct val="100000"/>
              </a:lnSpc>
              <a:tabLst>
                <a:tab pos="568325" algn="l"/>
              </a:tabLst>
            </a:pPr>
            <a:endParaRPr lang="en-US" sz="3200" spc="-1" dirty="0">
              <a:solidFill>
                <a:srgbClr val="007DC5"/>
              </a:solidFill>
              <a:latin typeface="Calibri"/>
              <a:ea typeface="Calibri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tabLst>
                <a:tab pos="568325" algn="l"/>
              </a:tabLst>
            </a:pPr>
            <a:endParaRPr lang="en-US" sz="32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8640" indent="45720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F8794D60-E427-E24D-75DB-41DACBD94829}"/>
              </a:ext>
            </a:extLst>
          </p:cNvPr>
          <p:cNvSpPr txBox="1">
            <a:spLocks/>
          </p:cNvSpPr>
          <p:nvPr/>
        </p:nvSpPr>
        <p:spPr>
          <a:xfrm>
            <a:off x="509934" y="242084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DRB - Overview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709361-601D-D886-8C6B-9B7EBE40B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778150"/>
              </p:ext>
            </p:extLst>
          </p:nvPr>
        </p:nvGraphicFramePr>
        <p:xfrm>
          <a:off x="509934" y="1181436"/>
          <a:ext cx="5013435" cy="2247564"/>
        </p:xfrm>
        <a:graphic>
          <a:graphicData uri="http://schemas.openxmlformats.org/drawingml/2006/table">
            <a:tbl>
              <a:tblPr/>
              <a:tblGrid>
                <a:gridCol w="791437">
                  <a:extLst>
                    <a:ext uri="{9D8B030D-6E8A-4147-A177-3AD203B41FA5}">
                      <a16:colId xmlns:a16="http://schemas.microsoft.com/office/drawing/2014/main" val="4101029067"/>
                    </a:ext>
                  </a:extLst>
                </a:gridCol>
                <a:gridCol w="2164439">
                  <a:extLst>
                    <a:ext uri="{9D8B030D-6E8A-4147-A177-3AD203B41FA5}">
                      <a16:colId xmlns:a16="http://schemas.microsoft.com/office/drawing/2014/main" val="2444631434"/>
                    </a:ext>
                  </a:extLst>
                </a:gridCol>
                <a:gridCol w="2057559">
                  <a:extLst>
                    <a:ext uri="{9D8B030D-6E8A-4147-A177-3AD203B41FA5}">
                      <a16:colId xmlns:a16="http://schemas.microsoft.com/office/drawing/2014/main" val="3111307678"/>
                    </a:ext>
                  </a:extLst>
                </a:gridCol>
              </a:tblGrid>
              <a:tr h="29954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 err="1">
                          <a:effectLst/>
                        </a:rPr>
                        <a:t>S.No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effectLst/>
                        </a:rPr>
                        <a:t>Category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effectLst/>
                        </a:rPr>
                        <a:t>Total Testcases</a:t>
                      </a:r>
                      <a:endParaRPr lang="en-US" sz="1500" dirty="0">
                        <a:effectLst/>
                      </a:endParaRP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202171"/>
                  </a:ext>
                </a:extLst>
              </a:tr>
              <a:tr h="3304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1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Smoke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6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966197"/>
                  </a:ext>
                </a:extLst>
              </a:tr>
              <a:tr h="20150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2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Sanity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15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519146"/>
                  </a:ext>
                </a:extLst>
              </a:tr>
              <a:tr h="3304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3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Regression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40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457481"/>
                  </a:ext>
                </a:extLst>
              </a:tr>
              <a:tr h="54565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4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Feature Specific Testcases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>
                          <a:effectLst/>
                        </a:rPr>
                        <a:t>169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43294"/>
                  </a:ext>
                </a:extLst>
              </a:tr>
              <a:tr h="330439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</a:rPr>
                        <a:t>                         Total 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</a:rPr>
                        <a:t>230</a:t>
                      </a:r>
                    </a:p>
                  </a:txBody>
                  <a:tcPr marL="77068" marR="77068" marT="53947" marB="53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8067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E27209F-7C71-1C41-CA5D-93808CD5BC4A}"/>
              </a:ext>
            </a:extLst>
          </p:cNvPr>
          <p:cNvSpPr txBox="1"/>
          <p:nvPr/>
        </p:nvSpPr>
        <p:spPr>
          <a:xfrm>
            <a:off x="367080" y="3897294"/>
            <a:ext cx="107404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Initially, there were 210 test cases in DRB, but none of them were in a working state.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210 test cases were failing due to lack of maintenance over the past two years.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thoroughly analyzed, debugged, and fixed the issues, resulting in 100% pass rate for all 210 test cases.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the process, we identified and automated an additional 20 scenarios.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total, DRB has 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230 fully functional and passing test cases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5233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2AA269-A924-F50C-ABB1-ADDB10699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411EAC-20B6-A501-1235-4BFD0AE06538}"/>
              </a:ext>
            </a:extLst>
          </p:cNvPr>
          <p:cNvSpPr txBox="1"/>
          <p:nvPr/>
        </p:nvSpPr>
        <p:spPr>
          <a:xfrm>
            <a:off x="6211614" y="1471450"/>
            <a:ext cx="588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</a:rPr>
              <a:t>​​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FB72C20C-C53D-3083-D0DB-8D96F1D05C3B}"/>
              </a:ext>
            </a:extLst>
          </p:cNvPr>
          <p:cNvSpPr txBox="1">
            <a:spLocks/>
          </p:cNvSpPr>
          <p:nvPr/>
        </p:nvSpPr>
        <p:spPr>
          <a:xfrm>
            <a:off x="394320" y="327686"/>
            <a:ext cx="11403360" cy="643157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>
              <a:lnSpc>
                <a:spcPct val="100000"/>
              </a:lnSpc>
              <a:tabLst>
                <a:tab pos="568325" algn="l"/>
              </a:tabLst>
            </a:pPr>
            <a:endParaRPr lang="en-US" sz="3200" spc="-1" dirty="0">
              <a:solidFill>
                <a:srgbClr val="007DC5"/>
              </a:solidFill>
              <a:latin typeface="Calibri"/>
              <a:ea typeface="Calibri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tabLst>
                <a:tab pos="568325" algn="l"/>
              </a:tabLst>
            </a:pPr>
            <a:endParaRPr lang="en-US" sz="32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8640" indent="45720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79C30B9D-A242-AEE7-C5D6-AA94CEF63723}"/>
              </a:ext>
            </a:extLst>
          </p:cNvPr>
          <p:cNvSpPr txBox="1">
            <a:spLocks/>
          </p:cNvSpPr>
          <p:nvPr/>
        </p:nvSpPr>
        <p:spPr>
          <a:xfrm>
            <a:off x="421560" y="148794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3500" indent="-63500">
              <a:lnSpc>
                <a:spcPct val="100000"/>
              </a:lnSpc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Future Scope of work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012337-B13B-778B-C778-761FAB9E9091}"/>
              </a:ext>
            </a:extLst>
          </p:cNvPr>
          <p:cNvSpPr txBox="1"/>
          <p:nvPr/>
        </p:nvSpPr>
        <p:spPr>
          <a:xfrm>
            <a:off x="394320" y="1149735"/>
            <a:ext cx="10943732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750"/>
              </a:spcBef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of Parallel execution is planned to optimize the overall test suite execution time.</a:t>
            </a:r>
          </a:p>
          <a:p>
            <a:pPr marL="285750" indent="-285750" algn="l">
              <a:spcBef>
                <a:spcPts val="750"/>
              </a:spcBef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 upgrade and GitHub actions implementation for DRB.</a:t>
            </a:r>
          </a:p>
          <a:p>
            <a:pPr marL="285750" indent="-285750" algn="l">
              <a:spcBef>
                <a:spcPts val="750"/>
              </a:spcBef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of GitHub actions for PIGW and Online Integration.</a:t>
            </a:r>
          </a:p>
          <a:p>
            <a:pPr marL="285750" indent="-285750">
              <a:spcBef>
                <a:spcPts val="750"/>
              </a:spcBef>
              <a:buFont typeface="Wingdings" panose="05000000000000000000" pitchFamily="2" charset="2"/>
              <a:buChar char="v"/>
            </a:pPr>
            <a:r>
              <a:rPr lang="en-US" sz="18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 Maintenance</a:t>
            </a:r>
            <a:r>
              <a:rPr lang="en-US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Automation Test Suite.    </a:t>
            </a:r>
          </a:p>
          <a:p>
            <a:pPr marL="285750" indent="-285750" algn="l">
              <a:spcBef>
                <a:spcPts val="750"/>
              </a:spcBef>
              <a:buFont typeface="Wingdings" panose="05000000000000000000" pitchFamily="2" charset="2"/>
              <a:buChar char="v"/>
            </a:pPr>
            <a:endParaRPr lang="en-US" b="0" i="0" dirty="0">
              <a:solidFill>
                <a:srgbClr val="172B4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014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30B604-8C1F-5D27-7078-F9041D7ED7C3}"/>
              </a:ext>
            </a:extLst>
          </p:cNvPr>
          <p:cNvSpPr/>
          <p:nvPr/>
        </p:nvSpPr>
        <p:spPr>
          <a:xfrm>
            <a:off x="6243145" y="3558214"/>
            <a:ext cx="5122147" cy="457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A7135-C9A0-38CB-10F1-FEDC4A0DFC6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21560" y="2645300"/>
            <a:ext cx="3840480" cy="2194560"/>
          </a:xfrm>
          <a:prstGeom prst="rect">
            <a:avLst/>
          </a:prstGeom>
          <a:ln w="12600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7CAF8A-4975-B3C4-BB6E-E851A91616E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703920" y="2501640"/>
            <a:ext cx="5000400" cy="3533400"/>
          </a:xfrm>
          <a:prstGeom prst="rect">
            <a:avLst/>
          </a:prstGeom>
          <a:ln w="126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1812</TotalTime>
  <Words>899</Words>
  <Application>Microsoft Office PowerPoint</Application>
  <PresentationFormat>Widescreen</PresentationFormat>
  <Paragraphs>236</Paragraphs>
  <Slides>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-apple-system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Package</vt:lpstr>
      <vt:lpstr>PowerPoint Presentation</vt:lpstr>
      <vt:lpstr>International Buying Tool (IBT) - Overview</vt:lpstr>
      <vt:lpstr>Initial State of IBT Automation</vt:lpstr>
      <vt:lpstr>  Initiatives Taken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Sinduja S</dc:creator>
  <cp:lastModifiedBy>Sinduja S</cp:lastModifiedBy>
  <cp:revision>60</cp:revision>
  <dcterms:modified xsi:type="dcterms:W3CDTF">2025-06-05T06:25:23Z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sinduja s</cp:lastModifiedBy>
  <dcterms:modified xsi:type="dcterms:W3CDTF">2024-09-03T12:33:11Z</dcterms:modified>
  <cp:revision>21</cp:revision>
  <dc:subject/>
  <dc:title>PowerPoint Presentation</dc:title>
</cp:coreProperties>
</file>