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86" r:id="rId3"/>
    <p:sldMasterId id="2147483688" r:id="rId4"/>
    <p:sldMasterId id="2147483689" r:id="rId5"/>
    <p:sldMasterId id="2147483690" r:id="rId6"/>
    <p:sldMasterId id="2147483691" r:id="rId7"/>
  </p:sldMasterIdLst>
  <p:notesMasterIdLst>
    <p:notesMasterId r:id="rId1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4" r:id="rId14"/>
    <p:sldId id="263" r:id="rId15"/>
    <p:sldId id="262" r:id="rId1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E3C0B-CFF3-4652-B98C-548DF15D4731}" v="243" dt="2024-09-12T12:20:08.043"/>
    <p1510:client id="{DE7430DB-728E-DC03-82E2-18E3A5823DE7}" v="3" dt="2024-09-12T12:23:33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adoss, Srisanthinathan" userId="1f03fa62-e2dd-42c4-8c88-0e61d45b1a5c" providerId="ADAL" clId="{C71E3C0B-CFF3-4652-B98C-548DF15D4731}"/>
    <pc:docChg chg="undo custSel modSld">
      <pc:chgData name="Ajithadoss, Srisanthinathan" userId="1f03fa62-e2dd-42c4-8c88-0e61d45b1a5c" providerId="ADAL" clId="{C71E3C0B-CFF3-4652-B98C-548DF15D4731}" dt="2024-09-12T12:21:07.150" v="360" actId="1076"/>
      <pc:docMkLst>
        <pc:docMk/>
      </pc:docMkLst>
      <pc:sldChg chg="addSp delSp modSp mod">
        <pc:chgData name="Ajithadoss, Srisanthinathan" userId="1f03fa62-e2dd-42c4-8c88-0e61d45b1a5c" providerId="ADAL" clId="{C71E3C0B-CFF3-4652-B98C-548DF15D4731}" dt="2024-09-12T12:21:07.150" v="360" actId="1076"/>
        <pc:sldMkLst>
          <pc:docMk/>
          <pc:sldMk cId="212760486" sldId="264"/>
        </pc:sldMkLst>
        <pc:spChg chg="add mod">
          <ac:chgData name="Ajithadoss, Srisanthinathan" userId="1f03fa62-e2dd-42c4-8c88-0e61d45b1a5c" providerId="ADAL" clId="{C71E3C0B-CFF3-4652-B98C-548DF15D4731}" dt="2024-09-12T12:20:24.211" v="358" actId="5793"/>
          <ac:spMkLst>
            <pc:docMk/>
            <pc:sldMk cId="212760486" sldId="264"/>
            <ac:spMk id="4" creationId="{494E1B73-BCB2-6B38-13ED-3E8E3977DFF0}"/>
          </ac:spMkLst>
        </pc:spChg>
        <pc:spChg chg="add del mod">
          <ac:chgData name="Ajithadoss, Srisanthinathan" userId="1f03fa62-e2dd-42c4-8c88-0e61d45b1a5c" providerId="ADAL" clId="{C71E3C0B-CFF3-4652-B98C-548DF15D4731}" dt="2024-09-12T12:20:05.962" v="314" actId="21"/>
          <ac:spMkLst>
            <pc:docMk/>
            <pc:sldMk cId="212760486" sldId="264"/>
            <ac:spMk id="298" creationId="{00000000-0000-0000-0000-000000000000}"/>
          </ac:spMkLst>
        </pc:spChg>
        <pc:graphicFrameChg chg="add mod modGraphic">
          <ac:chgData name="Ajithadoss, Srisanthinathan" userId="1f03fa62-e2dd-42c4-8c88-0e61d45b1a5c" providerId="ADAL" clId="{C71E3C0B-CFF3-4652-B98C-548DF15D4731}" dt="2024-09-12T12:19:50.450" v="310" actId="1076"/>
          <ac:graphicFrameMkLst>
            <pc:docMk/>
            <pc:sldMk cId="212760486" sldId="264"/>
            <ac:graphicFrameMk id="2" creationId="{EC9D6529-5D80-A0F0-930D-02292700A025}"/>
          </ac:graphicFrameMkLst>
        </pc:graphicFrameChg>
        <pc:picChg chg="mod">
          <ac:chgData name="Ajithadoss, Srisanthinathan" userId="1f03fa62-e2dd-42c4-8c88-0e61d45b1a5c" providerId="ADAL" clId="{C71E3C0B-CFF3-4652-B98C-548DF15D4731}" dt="2024-09-12T12:20:36.910" v="359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Ajithadoss, Srisanthinathan" userId="1f03fa62-e2dd-42c4-8c88-0e61d45b1a5c" providerId="ADAL" clId="{C71E3C0B-CFF3-4652-B98C-548DF15D4731}" dt="2024-09-12T12:18:56.125" v="303" actId="14100"/>
          <ac:picMkLst>
            <pc:docMk/>
            <pc:sldMk cId="212760486" sldId="264"/>
            <ac:picMk id="5" creationId="{F86C146F-CAA6-FCFB-7B7E-9D803EED39F6}"/>
          </ac:picMkLst>
        </pc:picChg>
        <pc:picChg chg="mod">
          <ac:chgData name="Ajithadoss, Srisanthinathan" userId="1f03fa62-e2dd-42c4-8c88-0e61d45b1a5c" providerId="ADAL" clId="{C71E3C0B-CFF3-4652-B98C-548DF15D4731}" dt="2024-09-12T12:21:07.150" v="360" actId="1076"/>
          <ac:picMkLst>
            <pc:docMk/>
            <pc:sldMk cId="212760486" sldId="264"/>
            <ac:picMk id="7" creationId="{796BBC8C-E3A4-F8F0-A60D-5A82F8CD3FAB}"/>
          </ac:picMkLst>
        </pc:picChg>
      </pc:sldChg>
    </pc:docChg>
  </pc:docChgLst>
  <pc:docChgLst>
    <pc:chgData name="S, Sinduja" userId="S::sinduja.s@mnscorp.net::9d09c272-5155-40a5-9592-78092a615beb" providerId="AD" clId="Web-{DE7430DB-728E-DC03-82E2-18E3A5823DE7}"/>
    <pc:docChg chg="modSld">
      <pc:chgData name="S, Sinduja" userId="S::sinduja.s@mnscorp.net::9d09c272-5155-40a5-9592-78092a615beb" providerId="AD" clId="Web-{DE7430DB-728E-DC03-82E2-18E3A5823DE7}" dt="2024-09-12T12:23:33.389" v="2" actId="14100"/>
      <pc:docMkLst>
        <pc:docMk/>
      </pc:docMkLst>
      <pc:sldChg chg="modSp">
        <pc:chgData name="S, Sinduja" userId="S::sinduja.s@mnscorp.net::9d09c272-5155-40a5-9592-78092a615beb" providerId="AD" clId="Web-{DE7430DB-728E-DC03-82E2-18E3A5823DE7}" dt="2024-09-12T12:23:33.389" v="2" actId="14100"/>
        <pc:sldMkLst>
          <pc:docMk/>
          <pc:sldMk cId="212760486" sldId="264"/>
        </pc:sldMkLst>
        <pc:picChg chg="mod">
          <ac:chgData name="S, Sinduja" userId="S::sinduja.s@mnscorp.net::9d09c272-5155-40a5-9592-78092a615beb" providerId="AD" clId="Web-{DE7430DB-728E-DC03-82E2-18E3A5823DE7}" dt="2024-09-12T12:23:33.389" v="2" actId="14100"/>
          <ac:picMkLst>
            <pc:docMk/>
            <pc:sldMk cId="212760486" sldId="264"/>
            <ac:picMk id="3" creationId="{5775BA54-F6CD-AEF3-7811-7460F60EBFAF}"/>
          </ac:picMkLst>
        </pc:picChg>
        <pc:picChg chg="mod">
          <ac:chgData name="S, Sinduja" userId="S::sinduja.s@mnscorp.net::9d09c272-5155-40a5-9592-78092a615beb" providerId="AD" clId="Web-{DE7430DB-728E-DC03-82E2-18E3A5823DE7}" dt="2024-09-12T12:23:27.123" v="1" actId="1076"/>
          <ac:picMkLst>
            <pc:docMk/>
            <pc:sldMk cId="212760486" sldId="264"/>
            <ac:picMk id="5" creationId="{F86C146F-CAA6-FCFB-7B7E-9D803EED39F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78DAA6-8A53-4B29-823C-1AD2BDABB86F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</dgm:pt>
    <dgm:pt modelId="{E076EDEF-90BC-465E-99A9-A9ACBDA11AFD}">
      <dgm:prSet phldrT="[Text]" custT="1"/>
      <dgm:spPr/>
      <dgm:t>
        <a:bodyPr/>
        <a:lstStyle/>
        <a:p>
          <a:r>
            <a:rPr lang="en-US" sz="1100" dirty="0"/>
            <a:t>Transition &amp; Analysis</a:t>
          </a:r>
        </a:p>
        <a:p>
          <a:r>
            <a:rPr lang="en-US" sz="1100" dirty="0"/>
            <a:t>FEB </a:t>
          </a:r>
        </a:p>
      </dgm:t>
    </dgm:pt>
    <dgm:pt modelId="{F9C6FE83-647F-4C3D-87F2-6B790AC8B505}" type="parTrans" cxnId="{E8C388B3-2093-4774-A6F9-73B8C060597B}">
      <dgm:prSet/>
      <dgm:spPr/>
      <dgm:t>
        <a:bodyPr/>
        <a:lstStyle/>
        <a:p>
          <a:endParaRPr lang="en-US" sz="1100"/>
        </a:p>
      </dgm:t>
    </dgm:pt>
    <dgm:pt modelId="{4BB177AF-C4A6-4D30-808D-802CF4084EA3}" type="sibTrans" cxnId="{E8C388B3-2093-4774-A6F9-73B8C060597B}">
      <dgm:prSet/>
      <dgm:spPr/>
      <dgm:t>
        <a:bodyPr/>
        <a:lstStyle/>
        <a:p>
          <a:endParaRPr lang="en-US" sz="1100"/>
        </a:p>
      </dgm:t>
    </dgm:pt>
    <dgm:pt modelId="{D57BF93A-2740-4E04-91DD-AD2173D24C5B}">
      <dgm:prSet phldrT="[Text]" custT="1"/>
      <dgm:spPr/>
      <dgm:t>
        <a:bodyPr/>
        <a:lstStyle/>
        <a:p>
          <a:r>
            <a:rPr lang="en-US" sz="1100" dirty="0"/>
            <a:t>Executing work on Existing use cases</a:t>
          </a:r>
        </a:p>
        <a:p>
          <a:r>
            <a:rPr lang="en-US" sz="1100" dirty="0"/>
            <a:t>MAR</a:t>
          </a:r>
        </a:p>
      </dgm:t>
    </dgm:pt>
    <dgm:pt modelId="{CAD40DF7-9E96-46F5-913A-AA52356A54F8}" type="parTrans" cxnId="{A8D5EDEE-5B3B-4AF8-9AA8-B10D598041FA}">
      <dgm:prSet/>
      <dgm:spPr/>
      <dgm:t>
        <a:bodyPr/>
        <a:lstStyle/>
        <a:p>
          <a:endParaRPr lang="en-US" sz="1100"/>
        </a:p>
      </dgm:t>
    </dgm:pt>
    <dgm:pt modelId="{78C42C85-4AC9-4E3C-B89D-C6FEF61BBFE9}" type="sibTrans" cxnId="{A8D5EDEE-5B3B-4AF8-9AA8-B10D598041FA}">
      <dgm:prSet/>
      <dgm:spPr/>
      <dgm:t>
        <a:bodyPr/>
        <a:lstStyle/>
        <a:p>
          <a:endParaRPr lang="en-US" sz="1100"/>
        </a:p>
      </dgm:t>
    </dgm:pt>
    <dgm:pt modelId="{F1A03B52-7862-4A36-A4CB-2FD1EA049061}">
      <dgm:prSet phldrT="[Text]" custT="1"/>
      <dgm:spPr/>
      <dgm:t>
        <a:bodyPr/>
        <a:lstStyle/>
        <a:p>
          <a:r>
            <a:rPr lang="en-US" sz="1100" dirty="0"/>
            <a:t>Identifying New scenarios</a:t>
          </a:r>
        </a:p>
        <a:p>
          <a:r>
            <a:rPr lang="en-US" sz="1100" dirty="0"/>
            <a:t>APR</a:t>
          </a:r>
        </a:p>
      </dgm:t>
    </dgm:pt>
    <dgm:pt modelId="{0F539CAD-B02B-43F9-8E05-06498886CB9D}" type="parTrans" cxnId="{502E6D3A-DD96-44A3-9973-F334BCC30136}">
      <dgm:prSet/>
      <dgm:spPr/>
      <dgm:t>
        <a:bodyPr/>
        <a:lstStyle/>
        <a:p>
          <a:endParaRPr lang="en-US" sz="1100"/>
        </a:p>
      </dgm:t>
    </dgm:pt>
    <dgm:pt modelId="{EF366820-A920-48C3-A96E-44FAD689D8ED}" type="sibTrans" cxnId="{502E6D3A-DD96-44A3-9973-F334BCC30136}">
      <dgm:prSet/>
      <dgm:spPr/>
      <dgm:t>
        <a:bodyPr/>
        <a:lstStyle/>
        <a:p>
          <a:endParaRPr lang="en-US" sz="1100"/>
        </a:p>
      </dgm:t>
    </dgm:pt>
    <dgm:pt modelId="{5F4672FD-2391-4A96-80C8-8B3F97790FF2}">
      <dgm:prSet phldrT="[Text]" custT="1"/>
      <dgm:spPr/>
      <dgm:t>
        <a:bodyPr/>
        <a:lstStyle/>
        <a:p>
          <a:r>
            <a:rPr lang="en-US" sz="1100" dirty="0"/>
            <a:t>Fixes Deployment and Execution Validation</a:t>
          </a:r>
        </a:p>
        <a:p>
          <a:r>
            <a:rPr lang="en-US" sz="1100" dirty="0"/>
            <a:t>MAY</a:t>
          </a:r>
        </a:p>
      </dgm:t>
    </dgm:pt>
    <dgm:pt modelId="{04206400-AF33-45E1-8AF4-94DC469EF601}" type="parTrans" cxnId="{91630079-6DA1-4E3D-B047-529421C16A88}">
      <dgm:prSet/>
      <dgm:spPr/>
      <dgm:t>
        <a:bodyPr/>
        <a:lstStyle/>
        <a:p>
          <a:endParaRPr lang="en-US" sz="1100"/>
        </a:p>
      </dgm:t>
    </dgm:pt>
    <dgm:pt modelId="{38C65963-B7C1-4307-AB46-99168D1BA4CD}" type="sibTrans" cxnId="{91630079-6DA1-4E3D-B047-529421C16A88}">
      <dgm:prSet/>
      <dgm:spPr/>
      <dgm:t>
        <a:bodyPr/>
        <a:lstStyle/>
        <a:p>
          <a:endParaRPr lang="en-US" sz="1100"/>
        </a:p>
      </dgm:t>
    </dgm:pt>
    <dgm:pt modelId="{69FC4E6F-EA41-4822-85C9-9B43853AFFC2}">
      <dgm:prSet phldrT="[Text]" custT="1"/>
      <dgm:spPr/>
      <dgm:t>
        <a:bodyPr/>
        <a:lstStyle/>
        <a:p>
          <a:r>
            <a:rPr lang="en-US" sz="1100" dirty="0"/>
            <a:t>Training &amp; Handover</a:t>
          </a:r>
        </a:p>
        <a:p>
          <a:r>
            <a:rPr lang="en-US" sz="1100" dirty="0"/>
            <a:t>June &amp; July</a:t>
          </a:r>
        </a:p>
      </dgm:t>
    </dgm:pt>
    <dgm:pt modelId="{375F42C5-1163-4150-B4E5-4F59953500F9}" type="parTrans" cxnId="{C5660D11-2A66-4229-9FAD-B7EF8F2C8246}">
      <dgm:prSet/>
      <dgm:spPr/>
      <dgm:t>
        <a:bodyPr/>
        <a:lstStyle/>
        <a:p>
          <a:endParaRPr lang="en-US" sz="1100"/>
        </a:p>
      </dgm:t>
    </dgm:pt>
    <dgm:pt modelId="{89F6FA53-B522-4D62-8495-50B36C1C35BF}" type="sibTrans" cxnId="{C5660D11-2A66-4229-9FAD-B7EF8F2C8246}">
      <dgm:prSet/>
      <dgm:spPr/>
      <dgm:t>
        <a:bodyPr/>
        <a:lstStyle/>
        <a:p>
          <a:endParaRPr lang="en-US" sz="1100"/>
        </a:p>
      </dgm:t>
    </dgm:pt>
    <dgm:pt modelId="{2EEE9D51-923A-4C95-ACBA-ABD521AFC76A}" type="pres">
      <dgm:prSet presAssocID="{5278DAA6-8A53-4B29-823C-1AD2BDABB86F}" presName="Name0" presStyleCnt="0">
        <dgm:presLayoutVars>
          <dgm:dir/>
          <dgm:animLvl val="lvl"/>
          <dgm:resizeHandles val="exact"/>
        </dgm:presLayoutVars>
      </dgm:prSet>
      <dgm:spPr/>
    </dgm:pt>
    <dgm:pt modelId="{E791C3EA-EAE0-4958-AB0F-66E59C03D6D6}" type="pres">
      <dgm:prSet presAssocID="{E076EDEF-90BC-465E-99A9-A9ACBDA11AF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4AB55D3-31B5-478D-AB0B-3260A0064ADB}" type="pres">
      <dgm:prSet presAssocID="{4BB177AF-C4A6-4D30-808D-802CF4084EA3}" presName="parTxOnlySpace" presStyleCnt="0"/>
      <dgm:spPr/>
    </dgm:pt>
    <dgm:pt modelId="{37C90965-6C67-433F-87F6-8B2FDC1210F7}" type="pres">
      <dgm:prSet presAssocID="{D57BF93A-2740-4E04-91DD-AD2173D24C5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35BBA42-B8A4-4755-9A1A-31BF2944F47A}" type="pres">
      <dgm:prSet presAssocID="{78C42C85-4AC9-4E3C-B89D-C6FEF61BBFE9}" presName="parTxOnlySpace" presStyleCnt="0"/>
      <dgm:spPr/>
    </dgm:pt>
    <dgm:pt modelId="{782B64DF-D4EE-4108-995D-D4E5345B15E4}" type="pres">
      <dgm:prSet presAssocID="{F1A03B52-7862-4A36-A4CB-2FD1EA049061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5A2C8F8-1906-4DC8-94CB-D1947CD49D82}" type="pres">
      <dgm:prSet presAssocID="{EF366820-A920-48C3-A96E-44FAD689D8ED}" presName="parTxOnlySpace" presStyleCnt="0"/>
      <dgm:spPr/>
    </dgm:pt>
    <dgm:pt modelId="{2427AEDF-9765-43C3-A194-7768FF048C28}" type="pres">
      <dgm:prSet presAssocID="{5F4672FD-2391-4A96-80C8-8B3F97790FF2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D048043-3B3D-4245-829F-B7BA2DB82A75}" type="pres">
      <dgm:prSet presAssocID="{38C65963-B7C1-4307-AB46-99168D1BA4CD}" presName="parTxOnlySpace" presStyleCnt="0"/>
      <dgm:spPr/>
    </dgm:pt>
    <dgm:pt modelId="{37FBBCF6-1C1B-4B17-ADB8-EFB2805C1B92}" type="pres">
      <dgm:prSet presAssocID="{69FC4E6F-EA41-4822-85C9-9B43853AFFC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5660D11-2A66-4229-9FAD-B7EF8F2C8246}" srcId="{5278DAA6-8A53-4B29-823C-1AD2BDABB86F}" destId="{69FC4E6F-EA41-4822-85C9-9B43853AFFC2}" srcOrd="4" destOrd="0" parTransId="{375F42C5-1163-4150-B4E5-4F59953500F9}" sibTransId="{89F6FA53-B522-4D62-8495-50B36C1C35BF}"/>
    <dgm:cxn modelId="{798F6719-E6CD-4915-B9E7-639F7D323299}" type="presOf" srcId="{69FC4E6F-EA41-4822-85C9-9B43853AFFC2}" destId="{37FBBCF6-1C1B-4B17-ADB8-EFB2805C1B92}" srcOrd="0" destOrd="0" presId="urn:microsoft.com/office/officeart/2005/8/layout/chevron1"/>
    <dgm:cxn modelId="{A7DC6C1F-86F4-433E-A340-FE0229B42742}" type="presOf" srcId="{F1A03B52-7862-4A36-A4CB-2FD1EA049061}" destId="{782B64DF-D4EE-4108-995D-D4E5345B15E4}" srcOrd="0" destOrd="0" presId="urn:microsoft.com/office/officeart/2005/8/layout/chevron1"/>
    <dgm:cxn modelId="{502E6D3A-DD96-44A3-9973-F334BCC30136}" srcId="{5278DAA6-8A53-4B29-823C-1AD2BDABB86F}" destId="{F1A03B52-7862-4A36-A4CB-2FD1EA049061}" srcOrd="2" destOrd="0" parTransId="{0F539CAD-B02B-43F9-8E05-06498886CB9D}" sibTransId="{EF366820-A920-48C3-A96E-44FAD689D8ED}"/>
    <dgm:cxn modelId="{91630079-6DA1-4E3D-B047-529421C16A88}" srcId="{5278DAA6-8A53-4B29-823C-1AD2BDABB86F}" destId="{5F4672FD-2391-4A96-80C8-8B3F97790FF2}" srcOrd="3" destOrd="0" parTransId="{04206400-AF33-45E1-8AF4-94DC469EF601}" sibTransId="{38C65963-B7C1-4307-AB46-99168D1BA4CD}"/>
    <dgm:cxn modelId="{06DC85B1-DAA9-48FB-92C4-A7A313A7FD78}" type="presOf" srcId="{5F4672FD-2391-4A96-80C8-8B3F97790FF2}" destId="{2427AEDF-9765-43C3-A194-7768FF048C28}" srcOrd="0" destOrd="0" presId="urn:microsoft.com/office/officeart/2005/8/layout/chevron1"/>
    <dgm:cxn modelId="{E8C388B3-2093-4774-A6F9-73B8C060597B}" srcId="{5278DAA6-8A53-4B29-823C-1AD2BDABB86F}" destId="{E076EDEF-90BC-465E-99A9-A9ACBDA11AFD}" srcOrd="0" destOrd="0" parTransId="{F9C6FE83-647F-4C3D-87F2-6B790AC8B505}" sibTransId="{4BB177AF-C4A6-4D30-808D-802CF4084EA3}"/>
    <dgm:cxn modelId="{97C882B6-7DA7-4D96-8A43-2D6D78379D77}" type="presOf" srcId="{E076EDEF-90BC-465E-99A9-A9ACBDA11AFD}" destId="{E791C3EA-EAE0-4958-AB0F-66E59C03D6D6}" srcOrd="0" destOrd="0" presId="urn:microsoft.com/office/officeart/2005/8/layout/chevron1"/>
    <dgm:cxn modelId="{F79744C9-4E18-43DE-A5DA-2E3932A58E81}" type="presOf" srcId="{5278DAA6-8A53-4B29-823C-1AD2BDABB86F}" destId="{2EEE9D51-923A-4C95-ACBA-ABD521AFC76A}" srcOrd="0" destOrd="0" presId="urn:microsoft.com/office/officeart/2005/8/layout/chevron1"/>
    <dgm:cxn modelId="{DBB2FDDB-DC6A-4A9B-A0B4-C58F42CB7BD2}" type="presOf" srcId="{D57BF93A-2740-4E04-91DD-AD2173D24C5B}" destId="{37C90965-6C67-433F-87F6-8B2FDC1210F7}" srcOrd="0" destOrd="0" presId="urn:microsoft.com/office/officeart/2005/8/layout/chevron1"/>
    <dgm:cxn modelId="{A8D5EDEE-5B3B-4AF8-9AA8-B10D598041FA}" srcId="{5278DAA6-8A53-4B29-823C-1AD2BDABB86F}" destId="{D57BF93A-2740-4E04-91DD-AD2173D24C5B}" srcOrd="1" destOrd="0" parTransId="{CAD40DF7-9E96-46F5-913A-AA52356A54F8}" sibTransId="{78C42C85-4AC9-4E3C-B89D-C6FEF61BBFE9}"/>
    <dgm:cxn modelId="{BBABE95E-4C8B-4BC6-AB05-8F4023E5EA59}" type="presParOf" srcId="{2EEE9D51-923A-4C95-ACBA-ABD521AFC76A}" destId="{E791C3EA-EAE0-4958-AB0F-66E59C03D6D6}" srcOrd="0" destOrd="0" presId="urn:microsoft.com/office/officeart/2005/8/layout/chevron1"/>
    <dgm:cxn modelId="{63EF4233-DCD9-4E14-8D4F-C1119C27C8D6}" type="presParOf" srcId="{2EEE9D51-923A-4C95-ACBA-ABD521AFC76A}" destId="{74AB55D3-31B5-478D-AB0B-3260A0064ADB}" srcOrd="1" destOrd="0" presId="urn:microsoft.com/office/officeart/2005/8/layout/chevron1"/>
    <dgm:cxn modelId="{C53171F5-9CEE-4493-A383-CA6AC387CC8E}" type="presParOf" srcId="{2EEE9D51-923A-4C95-ACBA-ABD521AFC76A}" destId="{37C90965-6C67-433F-87F6-8B2FDC1210F7}" srcOrd="2" destOrd="0" presId="urn:microsoft.com/office/officeart/2005/8/layout/chevron1"/>
    <dgm:cxn modelId="{E3DDDD69-8C6D-4359-9D11-DABF3732F860}" type="presParOf" srcId="{2EEE9D51-923A-4C95-ACBA-ABD521AFC76A}" destId="{635BBA42-B8A4-4755-9A1A-31BF2944F47A}" srcOrd="3" destOrd="0" presId="urn:microsoft.com/office/officeart/2005/8/layout/chevron1"/>
    <dgm:cxn modelId="{CEAD5D8C-8912-4F7B-8C5B-D8B75FA793BD}" type="presParOf" srcId="{2EEE9D51-923A-4C95-ACBA-ABD521AFC76A}" destId="{782B64DF-D4EE-4108-995D-D4E5345B15E4}" srcOrd="4" destOrd="0" presId="urn:microsoft.com/office/officeart/2005/8/layout/chevron1"/>
    <dgm:cxn modelId="{E4299603-7A91-4EF1-AAB2-FFA0E7ADF209}" type="presParOf" srcId="{2EEE9D51-923A-4C95-ACBA-ABD521AFC76A}" destId="{B5A2C8F8-1906-4DC8-94CB-D1947CD49D82}" srcOrd="5" destOrd="0" presId="urn:microsoft.com/office/officeart/2005/8/layout/chevron1"/>
    <dgm:cxn modelId="{AE075F8D-F019-46E2-AB83-CEE5CEAFD23D}" type="presParOf" srcId="{2EEE9D51-923A-4C95-ACBA-ABD521AFC76A}" destId="{2427AEDF-9765-43C3-A194-7768FF048C28}" srcOrd="6" destOrd="0" presId="urn:microsoft.com/office/officeart/2005/8/layout/chevron1"/>
    <dgm:cxn modelId="{A76BF48D-1379-4E86-94FD-9D90A7A3EFE7}" type="presParOf" srcId="{2EEE9D51-923A-4C95-ACBA-ABD521AFC76A}" destId="{7D048043-3B3D-4245-829F-B7BA2DB82A75}" srcOrd="7" destOrd="0" presId="urn:microsoft.com/office/officeart/2005/8/layout/chevron1"/>
    <dgm:cxn modelId="{9B946084-3340-46F8-8868-D5712B8769FB}" type="presParOf" srcId="{2EEE9D51-923A-4C95-ACBA-ABD521AFC76A}" destId="{37FBBCF6-1C1B-4B17-ADB8-EFB2805C1B92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1C3EA-EAE0-4958-AB0F-66E59C03D6D6}">
      <dsp:nvSpPr>
        <dsp:cNvPr id="0" name=""/>
        <dsp:cNvSpPr/>
      </dsp:nvSpPr>
      <dsp:spPr>
        <a:xfrm>
          <a:off x="2411" y="314600"/>
          <a:ext cx="2146634" cy="8586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Transition &amp; Analysis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FEB </a:t>
          </a:r>
        </a:p>
      </dsp:txBody>
      <dsp:txXfrm>
        <a:off x="431738" y="314600"/>
        <a:ext cx="1287981" cy="858653"/>
      </dsp:txXfrm>
    </dsp:sp>
    <dsp:sp modelId="{37C90965-6C67-433F-87F6-8B2FDC1210F7}">
      <dsp:nvSpPr>
        <dsp:cNvPr id="0" name=""/>
        <dsp:cNvSpPr/>
      </dsp:nvSpPr>
      <dsp:spPr>
        <a:xfrm>
          <a:off x="1934383" y="314600"/>
          <a:ext cx="2146634" cy="8586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Executing work on Existing use cases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MAR</a:t>
          </a:r>
        </a:p>
      </dsp:txBody>
      <dsp:txXfrm>
        <a:off x="2363710" y="314600"/>
        <a:ext cx="1287981" cy="858653"/>
      </dsp:txXfrm>
    </dsp:sp>
    <dsp:sp modelId="{782B64DF-D4EE-4108-995D-D4E5345B15E4}">
      <dsp:nvSpPr>
        <dsp:cNvPr id="0" name=""/>
        <dsp:cNvSpPr/>
      </dsp:nvSpPr>
      <dsp:spPr>
        <a:xfrm>
          <a:off x="3866354" y="314600"/>
          <a:ext cx="2146634" cy="8586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Identifying New scenarios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APR</a:t>
          </a:r>
        </a:p>
      </dsp:txBody>
      <dsp:txXfrm>
        <a:off x="4295681" y="314600"/>
        <a:ext cx="1287981" cy="858653"/>
      </dsp:txXfrm>
    </dsp:sp>
    <dsp:sp modelId="{2427AEDF-9765-43C3-A194-7768FF048C28}">
      <dsp:nvSpPr>
        <dsp:cNvPr id="0" name=""/>
        <dsp:cNvSpPr/>
      </dsp:nvSpPr>
      <dsp:spPr>
        <a:xfrm>
          <a:off x="5798325" y="314600"/>
          <a:ext cx="2146634" cy="8586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Fixes Deployment and Execution Validation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MAY</a:t>
          </a:r>
        </a:p>
      </dsp:txBody>
      <dsp:txXfrm>
        <a:off x="6227652" y="314600"/>
        <a:ext cx="1287981" cy="858653"/>
      </dsp:txXfrm>
    </dsp:sp>
    <dsp:sp modelId="{37FBBCF6-1C1B-4B17-ADB8-EFB2805C1B92}">
      <dsp:nvSpPr>
        <dsp:cNvPr id="0" name=""/>
        <dsp:cNvSpPr/>
      </dsp:nvSpPr>
      <dsp:spPr>
        <a:xfrm>
          <a:off x="7730296" y="314600"/>
          <a:ext cx="2146634" cy="8586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Training &amp; Handover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June &amp; July</a:t>
          </a:r>
        </a:p>
      </dsp:txBody>
      <dsp:txXfrm>
        <a:off x="8159623" y="314600"/>
        <a:ext cx="1287981" cy="858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dt" idx="1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3BE61-09CC-4B4D-85FB-C3AA78C4317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1" name="PlaceHolder 4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 noRot="1" noChangeAspect="1"/>
          </p:cNvSpPr>
          <p:nvPr>
            <p:ph type="sldImg"/>
          </p:nvPr>
        </p:nvSpPr>
        <p:spPr>
          <a:xfrm>
            <a:off x="1371600" y="764280"/>
            <a:ext cx="5028480" cy="37713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53" name="PlaceHolder 6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8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9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10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EB090-5515-4503-BAB2-6B73940D1830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11"/>
          <p:cNvSpPr>
            <a:spLocks noGrp="1"/>
          </p:cNvSpPr>
          <p:nvPr>
            <p:ph type="ftr" idx="5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12"/>
          <p:cNvSpPr>
            <a:spLocks noGrp="1"/>
          </p:cNvSpPr>
          <p:nvPr>
            <p:ph type="sldNum" idx="6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94971D-932F-400D-BC50-3504E951712A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13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PlaceHolder 14"/>
          <p:cNvSpPr>
            <a:spLocks noGrp="1"/>
          </p:cNvSpPr>
          <p:nvPr>
            <p:ph type="dt" idx="7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030239-436D-42FA-8D3F-35A0B4BDBB4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15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3" name="PlaceHolder 16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7"/>
          <p:cNvSpPr>
            <a:spLocks noGrp="1"/>
          </p:cNvSpPr>
          <p:nvPr>
            <p:ph type="ftr" idx="8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18"/>
          <p:cNvSpPr>
            <a:spLocks noGrp="1"/>
          </p:cNvSpPr>
          <p:nvPr>
            <p:ph type="sldNum" idx="9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337B4-B6F2-4975-98E3-88608CDA62E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19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20"/>
          <p:cNvSpPr>
            <a:spLocks noGrp="1"/>
          </p:cNvSpPr>
          <p:nvPr>
            <p:ph type="dt" idx="10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33188E-BFC5-4530-8A01-01974AD1DE76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21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69" name="PlaceHolder 2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3"/>
          <p:cNvSpPr>
            <a:spLocks noGrp="1"/>
          </p:cNvSpPr>
          <p:nvPr>
            <p:ph type="ftr" idx="11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24"/>
          <p:cNvSpPr>
            <a:spLocks noGrp="1"/>
          </p:cNvSpPr>
          <p:nvPr>
            <p:ph type="sldNum" idx="12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20AC4A-ACBF-4177-B250-D4298AB490B3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25"/>
          <p:cNvSpPr>
            <a:spLocks noGrp="1"/>
          </p:cNvSpPr>
          <p:nvPr>
            <p:ph type="hdr"/>
          </p:nvPr>
        </p:nvSpPr>
        <p:spPr>
          <a:xfrm>
            <a:off x="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26"/>
          <p:cNvSpPr>
            <a:spLocks noGrp="1"/>
          </p:cNvSpPr>
          <p:nvPr>
            <p:ph type="dt" idx="13"/>
          </p:nvPr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3FA1C6-6DB7-4067-8DFE-34043E183175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27"/>
          <p:cNvSpPr>
            <a:spLocks noGrp="1" noRot="1" noChangeAspect="1"/>
          </p:cNvSpPr>
          <p:nvPr>
            <p:ph type="sldImg"/>
          </p:nvPr>
        </p:nvSpPr>
        <p:spPr>
          <a:xfrm>
            <a:off x="870120" y="1257480"/>
            <a:ext cx="6032520" cy="33940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75" name="PlaceHolder 28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6480" cy="3960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9"/>
          <p:cNvSpPr>
            <a:spLocks noGrp="1"/>
          </p:cNvSpPr>
          <p:nvPr>
            <p:ph type="ftr" idx="14"/>
          </p:nvPr>
        </p:nvSpPr>
        <p:spPr>
          <a:xfrm>
            <a:off x="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0"/>
          <p:cNvSpPr>
            <a:spLocks noGrp="1"/>
          </p:cNvSpPr>
          <p:nvPr>
            <p:ph type="sldNum" idx="15"/>
          </p:nvPr>
        </p:nvSpPr>
        <p:spPr>
          <a:xfrm>
            <a:off x="4402080" y="9553680"/>
            <a:ext cx="3368520" cy="504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06A608-1D46-480C-A913-0D8462940A45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900D828C-42E7-4AA7-88A5-80DA725A2C2A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B0DE14B-0C8E-4701-BF93-8CBD81AA033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CA6EC189-C0C5-4C3A-9D0D-49B382C6BD53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13AF5618-2493-4F46-95BA-B57E1A4DE7B4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552FB32-B038-436E-89C6-159127E7D32C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840D652-97EF-4D96-9435-037593E7A1E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967E5193-77C8-47A2-9816-313C0B6A2B2F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24910955-C1D0-4D1D-9137-F5148C15C60A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1FD2EFC-657E-4286-8707-C3AD2D3F2742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0EEAE5B1-782D-4ACD-A825-BF8612330109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5627C3F8-E0D3-4016-9396-95AA7FFCE087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35D6B22-CB34-4D65-851F-59A61B4DED2A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228193A6-E87C-41F1-80B1-3AA5EDF4295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05F0537-1A17-4EA8-89EE-4B976835B0DA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C264128-CAA1-410F-9BE3-32CA1AD43CB1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3560"/>
            <a:ext cx="6705720" cy="37717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228193A6-E87C-41F1-80B1-3AA5EDF4295C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C05F0537-1A17-4EA8-89EE-4B976835B0DA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C264128-CAA1-410F-9BE3-32CA1AD43CB1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35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A0B736FC-FD8A-497F-ADE1-5751512C7DC2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7E7B21BC-2925-4AAD-B9CA-A200AE11C956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7078F9E7-8155-41B8-A744-1A81D83EE30E}" type="slidenum">
              <a:rPr lang="en-US" sz="1800" b="0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5735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Date Placeholder 2"/>
          <p:cNvSpPr txBox="1"/>
          <p:nvPr/>
        </p:nvSpPr>
        <p:spPr>
          <a:xfrm>
            <a:off x="4402080" y="0"/>
            <a:ext cx="3368520" cy="50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lnSpc>
                <a:spcPct val="100000"/>
              </a:lnSpc>
            </a:pPr>
            <a:fld id="{5DF97C86-0A04-4EAB-9235-384698670C1D}" type="datetime">
              <a:rPr lang="en-US" sz="1200" b="0" strike="noStrike" spc="-1">
                <a:solidFill>
                  <a:srgbClr val="000000"/>
                </a:solidFill>
                <a:latin typeface="Calibri"/>
              </a:rPr>
              <a:t>11/21/2024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lide Number Placeholder 12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36990092-6831-4565-8DFC-B750641B1AF9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lide Number Placeholder 6"/>
          <p:cNvSpPr txBox="1"/>
          <p:nvPr/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11DCEDB-33D8-491F-84A0-F387E5DFD1AD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Lucida Sans Unicode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1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2-Layout7-blank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BAF4-A23D-3EF7-FEF9-DF365A1C1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E239-FBE3-3388-F936-C28B9A3E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504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F211-C8BC-B937-3456-48E608F77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D96B4-95C2-2D57-5AB0-712AD32D9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17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ACE3-FD49-3337-D200-77E76066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D53E-00B2-3EA5-5E57-84255C436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5021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2450-9C68-6EA6-2E46-EB53980C5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4DA75-BBD0-1E4D-2B34-4C08D57D7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0458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1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F542A4F3-0EE9-4504-A7E6-2498B081CE9C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the title text formatClick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 fontScale="68743"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the outline text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56000" lvl="7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Eighth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888000" lvl="8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Ninth Outline LevelEdit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4320000" lvl="0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4"/>
          <p:cNvPicPr/>
          <p:nvPr/>
        </p:nvPicPr>
        <p:blipFill>
          <a:blip r:embed="rId3"/>
          <a:stretch/>
        </p:blipFill>
        <p:spPr>
          <a:xfrm>
            <a:off x="8295840" y="622908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73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8BEDF1CC-3130-42E7-ACEA-EEEFE2AC0D10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/>
          <p:cNvPicPr/>
          <p:nvPr/>
        </p:nvPicPr>
        <p:blipFill>
          <a:blip r:embed="rId4"/>
          <a:stretch/>
        </p:blipFill>
        <p:spPr>
          <a:xfrm>
            <a:off x="10814040" y="6270480"/>
            <a:ext cx="860400" cy="52632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19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392EFEAF-0095-461A-AE34-DBDA2F9BF995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07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620F0CF7-0818-4AF2-9BB8-999720C7317F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lvl="1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lvl="2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lvl="3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lvl="4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18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DA6C4910-2526-41BA-80C2-094E0644BA78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2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95BC6D22-9838-4B8E-84B6-BF18C33D6A6A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4"/>
          <p:cNvPicPr/>
          <p:nvPr/>
        </p:nvPicPr>
        <p:blipFill>
          <a:blip r:embed="rId3"/>
          <a:stretch/>
        </p:blipFill>
        <p:spPr>
          <a:xfrm>
            <a:off x="10126080" y="6291360"/>
            <a:ext cx="1685880" cy="505440"/>
          </a:xfrm>
          <a:prstGeom prst="rect">
            <a:avLst/>
          </a:prstGeom>
          <a:ln w="12600">
            <a:noFill/>
          </a:ln>
        </p:spPr>
      </p:pic>
      <p:sp>
        <p:nvSpPr>
          <p:cNvPr id="239" name="Rectangle 17"/>
          <p:cNvSpPr/>
          <p:nvPr/>
        </p:nvSpPr>
        <p:spPr>
          <a:xfrm rot="5400000">
            <a:off x="-205200" y="378360"/>
            <a:ext cx="833040" cy="76320"/>
          </a:xfrm>
          <a:custGeom>
            <a:avLst/>
            <a:gdLst>
              <a:gd name="textAreaLeft" fmla="*/ 0 w 833040"/>
              <a:gd name="textAreaRight" fmla="*/ 833400 w 833040"/>
              <a:gd name="textAreaTop" fmla="*/ 0 h 76320"/>
              <a:gd name="textAreaBottom" fmla="*/ 76320 h 763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CB05"/>
              </a:gs>
              <a:gs pos="100000">
                <a:srgbClr val="EE3D85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Placeholder 4"/>
          <p:cNvSpPr/>
          <p:nvPr/>
        </p:nvSpPr>
        <p:spPr>
          <a:xfrm>
            <a:off x="6216840" y="6522480"/>
            <a:ext cx="1613880" cy="286920"/>
          </a:xfrm>
          <a:custGeom>
            <a:avLst/>
            <a:gdLst>
              <a:gd name="textAreaLeft" fmla="*/ 0 w 1613880"/>
              <a:gd name="textAreaRight" fmla="*/ 1614240 w 1613880"/>
              <a:gd name="textAreaTop" fmla="*/ 0 h 286920"/>
              <a:gd name="textAreaBottom" fmla="*/ 287280 h 28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7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Confidential</a:t>
            </a:r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71"/>
          <p:cNvSpPr/>
          <p:nvPr/>
        </p:nvSpPr>
        <p:spPr>
          <a:xfrm>
            <a:off x="5895720" y="6485760"/>
            <a:ext cx="400320" cy="360000"/>
          </a:xfrm>
          <a:custGeom>
            <a:avLst/>
            <a:gdLst>
              <a:gd name="textAreaLeft" fmla="*/ 0 w 400320"/>
              <a:gd name="textAreaRight" fmla="*/ 400680 w 400320"/>
              <a:gd name="textAreaTop" fmla="*/ 0 h 360000"/>
              <a:gd name="textAreaBottom" fmla="*/ 360360 h 36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pPr algn="ctr">
              <a:lnSpc>
                <a:spcPct val="100000"/>
              </a:lnSpc>
            </a:pPr>
            <a:fld id="{75268E13-0223-4ACC-A782-D08F2FC33944}" type="slidenum">
              <a:rPr lang="en-US" sz="1070" b="1" strike="noStrike" spc="-1">
                <a:solidFill>
                  <a:srgbClr val="000000"/>
                </a:solidFill>
                <a:latin typeface="Calibri"/>
                <a:ea typeface="Microsoft YaHei"/>
              </a:rPr>
              <a:t>‹#›</a:t>
            </a:fld>
            <a:endParaRPr lang="en-US" sz="10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traight Connector 63"/>
          <p:cNvSpPr/>
          <p:nvPr/>
        </p:nvSpPr>
        <p:spPr>
          <a:xfrm>
            <a:off x="6249600" y="6593400"/>
            <a:ext cx="360" cy="169560"/>
          </a:xfrm>
          <a:custGeom>
            <a:avLst/>
            <a:gdLst>
              <a:gd name="textAreaLeft" fmla="*/ 0 w 360"/>
              <a:gd name="textAreaRight" fmla="*/ 720 w 360"/>
              <a:gd name="textAreaTop" fmla="*/ 0 h 169560"/>
              <a:gd name="textAreaBottom" fmla="*/ 169920 h 169560"/>
            </a:gdLst>
            <a:ahLst/>
            <a:cxnLst/>
            <a:rect l="textAreaLeft" t="textAreaTop" r="textAreaRight" b="textAreaBottom"/>
            <a:pathLst>
              <a:path w="21600" h="5097600">
                <a:moveTo>
                  <a:pt x="0" y="0"/>
                </a:moveTo>
                <a:lnTo>
                  <a:pt x="21600" y="5097600"/>
                </a:lnTo>
              </a:path>
            </a:pathLst>
          </a:custGeom>
          <a:noFill/>
          <a:ln w="9360">
            <a:solidFill>
              <a:srgbClr val="0070C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10814040" y="4979160"/>
            <a:ext cx="1015920" cy="471240"/>
          </a:xfrm>
          <a:custGeom>
            <a:avLst/>
            <a:gdLst>
              <a:gd name="textAreaLeft" fmla="*/ 0 w 1015920"/>
              <a:gd name="textAreaRight" fmla="*/ 1016280 w 1015920"/>
              <a:gd name="textAreaTop" fmla="*/ 0 h 471240"/>
              <a:gd name="textAreaBottom" fmla="*/ 471600 h 471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4"/>
          <p:cNvSpPr/>
          <p:nvPr/>
        </p:nvSpPr>
        <p:spPr>
          <a:xfrm>
            <a:off x="10915200" y="6309000"/>
            <a:ext cx="860400" cy="414000"/>
          </a:xfrm>
          <a:custGeom>
            <a:avLst/>
            <a:gdLst>
              <a:gd name="textAreaLeft" fmla="*/ 0 w 860400"/>
              <a:gd name="textAreaRight" fmla="*/ 860760 w 860400"/>
              <a:gd name="textAreaTop" fmla="*/ 0 h 414000"/>
              <a:gd name="textAreaBottom" fmla="*/ 414360 h 414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2"/>
          <p:cNvPicPr/>
          <p:nvPr/>
        </p:nvPicPr>
        <p:blipFill>
          <a:blip r:embed="rId4"/>
          <a:stretch/>
        </p:blipFill>
        <p:spPr>
          <a:xfrm>
            <a:off x="10999800" y="6333120"/>
            <a:ext cx="691200" cy="423000"/>
          </a:xfrm>
          <a:prstGeom prst="rect">
            <a:avLst/>
          </a:prstGeom>
          <a:ln w="1260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975880" y="60480"/>
            <a:ext cx="284940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Click to edit Master title style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22280" y="60480"/>
            <a:ext cx="8400960" cy="5389560"/>
          </a:xfrm>
          <a:prstGeom prst="rect">
            <a:avLst/>
          </a:prstGeom>
          <a:noFill/>
          <a:ln w="12600">
            <a:noFill/>
          </a:ln>
        </p:spPr>
        <p:txBody>
          <a:bodyPr vert="eaVert" lIns="45000" tIns="90000" rIns="45000" bIns="90000" anchor="t">
            <a:normAutofit/>
          </a:bodyPr>
          <a:lstStyle/>
          <a:p>
            <a:pPr marL="432000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Microsoft YaHei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onfluence.marksandspencer.app/pages/viewpage.action?spaceKey=ICHOS&amp;title=Open+Issues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0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Data" Target="../diagrams/data1.xml"/><Relationship Id="rId5" Type="http://schemas.openxmlformats.org/officeDocument/2006/relationships/image" Target="../media/image12.png"/><Relationship Id="rId10" Type="http://schemas.microsoft.com/office/2007/relationships/diagramDrawing" Target="../diagrams/drawing1.xml"/><Relationship Id="rId4" Type="http://schemas.openxmlformats.org/officeDocument/2006/relationships/image" Target="../media/image11.png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4"/>
          <p:cNvSpPr/>
          <p:nvPr/>
        </p:nvSpPr>
        <p:spPr>
          <a:xfrm>
            <a:off x="1066679" y="2743200"/>
            <a:ext cx="9748465" cy="584775"/>
          </a:xfrm>
          <a:custGeom>
            <a:avLst/>
            <a:gdLst>
              <a:gd name="textAreaLeft" fmla="*/ 0 w 3977280"/>
              <a:gd name="textAreaRight" fmla="*/ 3977640 w 3977280"/>
              <a:gd name="textAreaTop" fmla="*/ 0 h 1313280"/>
              <a:gd name="textAreaBottom" fmla="*/ 1313640 h 131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Automation Status and Future Play - M&amp;S International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Calibri"/>
              </a:rPr>
              <a:t>Automation Introduction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21560" y="924840"/>
            <a:ext cx="11405880" cy="527328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2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Automation Testing:</a:t>
            </a:r>
          </a:p>
          <a:p>
            <a:pPr marL="350838" indent="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r>
              <a:rPr lang="en-US" sz="19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Automation testing is a software testing technique that uses automated tools and scripts to execute test cases,        compare the actual outcomes with expected results, and report the findings.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  <a:p>
            <a:pPr marL="343535" indent="-3429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200" b="1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Automation Testing:</a:t>
            </a:r>
            <a:endParaRPr lang="en-US" sz="2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265" indent="-34163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Picture 281"/>
          <p:cNvPicPr/>
          <p:nvPr/>
        </p:nvPicPr>
        <p:blipFill>
          <a:blip r:embed="rId3"/>
          <a:stretch/>
        </p:blipFill>
        <p:spPr>
          <a:xfrm>
            <a:off x="1415880" y="2808720"/>
            <a:ext cx="4962240" cy="295236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Automation Framework and Scope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Picture 283"/>
          <p:cNvPicPr/>
          <p:nvPr/>
        </p:nvPicPr>
        <p:blipFill>
          <a:blip r:embed="rId3"/>
          <a:stretch/>
        </p:blipFill>
        <p:spPr>
          <a:xfrm>
            <a:off x="604080" y="1530000"/>
            <a:ext cx="7534080" cy="2219040"/>
          </a:xfrm>
          <a:prstGeom prst="rect">
            <a:avLst/>
          </a:prstGeom>
          <a:ln w="12600">
            <a:noFill/>
          </a:ln>
        </p:spPr>
      </p:pic>
      <p:sp>
        <p:nvSpPr>
          <p:cNvPr id="285" name="Rectangle 4"/>
          <p:cNvSpPr/>
          <p:nvPr/>
        </p:nvSpPr>
        <p:spPr>
          <a:xfrm>
            <a:off x="808560" y="3811680"/>
            <a:ext cx="7690320" cy="394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EEEEE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666666"/>
                </a:solidFill>
                <a:latin typeface="Arial"/>
                <a:ea typeface="Microsoft YaHei"/>
              </a:rPr>
              <a:t>   Cucumber Framework + Selenium + Java + Maven + Extent Reports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5"/>
          <p:cNvSpPr txBox="1"/>
          <p:nvPr/>
        </p:nvSpPr>
        <p:spPr>
          <a:xfrm>
            <a:off x="640080" y="1828800"/>
            <a:ext cx="180720" cy="43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6"/>
          <p:cNvSpPr txBox="1"/>
          <p:nvPr/>
        </p:nvSpPr>
        <p:spPr>
          <a:xfrm>
            <a:off x="548640" y="1097280"/>
            <a:ext cx="3733560" cy="40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50838" indent="-290513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Microsoft YaHei"/>
              </a:rPr>
              <a:t>Automation Framework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7"/>
          <p:cNvSpPr txBox="1"/>
          <p:nvPr/>
        </p:nvSpPr>
        <p:spPr>
          <a:xfrm>
            <a:off x="548640" y="4663440"/>
            <a:ext cx="3701880" cy="40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Microsoft YaHei"/>
              </a:rPr>
              <a:t>Scope for DRB and IBT: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8"/>
          <p:cNvSpPr txBox="1"/>
          <p:nvPr/>
        </p:nvSpPr>
        <p:spPr>
          <a:xfrm>
            <a:off x="1280160" y="5120640"/>
            <a:ext cx="8532000" cy="3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Microsoft YaHei"/>
              </a:rPr>
              <a:t>Test Automation Failure analysis and fixes of the Legacy automation Test scripts.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9"/>
          <p:cNvSpPr txBox="1"/>
          <p:nvPr/>
        </p:nvSpPr>
        <p:spPr>
          <a:xfrm>
            <a:off x="548640" y="5498280"/>
            <a:ext cx="3133080" cy="40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Microsoft YaHei"/>
              </a:rPr>
              <a:t>Scope for Pricing: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0"/>
          <p:cNvSpPr txBox="1"/>
          <p:nvPr/>
        </p:nvSpPr>
        <p:spPr>
          <a:xfrm>
            <a:off x="1399320" y="5910840"/>
            <a:ext cx="6672240" cy="3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Microsoft YaHei"/>
              </a:rPr>
              <a:t>To build an automation Test suite for API and UI Regression Testcases.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Overview of Fixes and Improvements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Picture 292"/>
          <p:cNvPicPr/>
          <p:nvPr/>
        </p:nvPicPr>
        <p:blipFill>
          <a:blip r:embed="rId3"/>
          <a:stretch/>
        </p:blipFill>
        <p:spPr>
          <a:xfrm>
            <a:off x="421560" y="983955"/>
            <a:ext cx="4749030" cy="2222938"/>
          </a:xfrm>
          <a:prstGeom prst="rect">
            <a:avLst/>
          </a:prstGeom>
          <a:ln w="12600">
            <a:noFill/>
          </a:ln>
        </p:spPr>
      </p:pic>
      <p:pic>
        <p:nvPicPr>
          <p:cNvPr id="294" name="Picture 293"/>
          <p:cNvPicPr/>
          <p:nvPr/>
        </p:nvPicPr>
        <p:blipFill>
          <a:blip r:embed="rId4"/>
          <a:stretch/>
        </p:blipFill>
        <p:spPr>
          <a:xfrm>
            <a:off x="421560" y="3651108"/>
            <a:ext cx="4749030" cy="2222938"/>
          </a:xfrm>
          <a:prstGeom prst="rect">
            <a:avLst/>
          </a:prstGeom>
          <a:ln w="1260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30B604-8C1F-5D27-7078-F9041D7ED7C3}"/>
              </a:ext>
            </a:extLst>
          </p:cNvPr>
          <p:cNvSpPr/>
          <p:nvPr/>
        </p:nvSpPr>
        <p:spPr>
          <a:xfrm>
            <a:off x="6243145" y="3558214"/>
            <a:ext cx="5122147" cy="457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E311B-2A4F-F601-20BE-F16D4E2B7CBB}"/>
              </a:ext>
            </a:extLst>
          </p:cNvPr>
          <p:cNvSpPr/>
          <p:nvPr/>
        </p:nvSpPr>
        <p:spPr>
          <a:xfrm>
            <a:off x="5386552" y="983956"/>
            <a:ext cx="6357113" cy="19011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Initially, there were 210 test cases in DRB, but none of them were in a working state.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210 test cases were failing due to lack of maintenance over the past two years.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thoroughly analyzed, debugged, and fixed the issues, resulting in 100% pass rate for all 210 test cases.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process, we identified and automated an additional 20 scenarios.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total, DRB now has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230 fully functional and passing test cases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75C1D-4F52-5CC4-3E74-3C21BB0AB5B6}"/>
              </a:ext>
            </a:extLst>
          </p:cNvPr>
          <p:cNvSpPr/>
          <p:nvPr/>
        </p:nvSpPr>
        <p:spPr>
          <a:xfrm>
            <a:off x="5413327" y="3020353"/>
            <a:ext cx="6357113" cy="3301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IBT, a total of 713 test cases were available, and during the initial analysis, only 156 basic test cases passed.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team prioritized fixing the Regression test cases, specifically 207 complex P1 and P2 test cases, achieving a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pass rate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all Regression tests.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Afterward, both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Sanity and Smoke test cases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fixed, also achieving a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pass rate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Feature-specific test cases, categorized as P3 and P4, were addressed as well.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Currently, the overall pass percentage is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97%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the remaining </a:t>
            </a: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3% failures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being related to feature-specific test cases. These failures are due to existing open issues in IBT, like: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AOM screen, when downloading a size-level order template and creating an order by updating/uploading the size, the status incorrectly appears as 'Submitted' instead of 'In Progress’.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issues have been documented on the IBT open issues Confluence page: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 tooltip="https://confluence.marksandspencer.app/pages/viewpage.action?spacekey=ichos&amp;title=open+iss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IBT Open Issues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7DC5"/>
                </a:solidFill>
                <a:latin typeface="Calibri"/>
                <a:ea typeface="Microsoft YaHei"/>
              </a:rPr>
              <a:t>Automation Script Failure Categorization – IBT &amp; DRB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11"/>
          <p:cNvSpPr/>
          <p:nvPr/>
        </p:nvSpPr>
        <p:spPr>
          <a:xfrm>
            <a:off x="7132320" y="2728800"/>
            <a:ext cx="4297680" cy="36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D9D9"/>
          </a:solidFill>
          <a:ln w="0">
            <a:solidFill>
              <a:srgbClr val="8FAAD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Element locator updates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12"/>
          <p:cNvSpPr/>
          <p:nvPr/>
        </p:nvSpPr>
        <p:spPr>
          <a:xfrm>
            <a:off x="7132320" y="4206240"/>
            <a:ext cx="4297680" cy="36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FAADC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Test Optimization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14"/>
          <p:cNvSpPr/>
          <p:nvPr/>
        </p:nvSpPr>
        <p:spPr>
          <a:xfrm>
            <a:off x="7132320" y="4937760"/>
            <a:ext cx="4297680" cy="36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C000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New Feature Tests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Picture 5"/>
          <p:cNvPicPr/>
          <p:nvPr/>
        </p:nvPicPr>
        <p:blipFill>
          <a:blip r:embed="rId3"/>
          <a:stretch/>
        </p:blipFill>
        <p:spPr>
          <a:xfrm>
            <a:off x="-3960" y="923760"/>
            <a:ext cx="4912560" cy="4651920"/>
          </a:xfrm>
          <a:prstGeom prst="rect">
            <a:avLst/>
          </a:prstGeom>
          <a:ln w="12600">
            <a:noFill/>
          </a:ln>
        </p:spPr>
      </p:pic>
      <p:sp>
        <p:nvSpPr>
          <p:cNvPr id="303" name="Arrow: Right 18"/>
          <p:cNvSpPr/>
          <p:nvPr/>
        </p:nvSpPr>
        <p:spPr>
          <a:xfrm>
            <a:off x="4889520" y="199296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Arrow: Right 19"/>
          <p:cNvSpPr/>
          <p:nvPr/>
        </p:nvSpPr>
        <p:spPr>
          <a:xfrm>
            <a:off x="4889520" y="127404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Arrow: Right 20"/>
          <p:cNvSpPr/>
          <p:nvPr/>
        </p:nvSpPr>
        <p:spPr>
          <a:xfrm>
            <a:off x="4889520" y="279792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Arrow: Right 21"/>
          <p:cNvSpPr/>
          <p:nvPr/>
        </p:nvSpPr>
        <p:spPr>
          <a:xfrm>
            <a:off x="4889520" y="351684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Arrow: Right 22"/>
          <p:cNvSpPr/>
          <p:nvPr/>
        </p:nvSpPr>
        <p:spPr>
          <a:xfrm>
            <a:off x="4889520" y="420696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Arrow: Right 23"/>
          <p:cNvSpPr/>
          <p:nvPr/>
        </p:nvSpPr>
        <p:spPr>
          <a:xfrm>
            <a:off x="4889520" y="4940280"/>
            <a:ext cx="2117880" cy="298800"/>
          </a:xfrm>
          <a:custGeom>
            <a:avLst/>
            <a:gdLst>
              <a:gd name="textAreaLeft" fmla="*/ 0 w 2117880"/>
              <a:gd name="textAreaRight" fmla="*/ 2043360 w 2117880"/>
              <a:gd name="textAreaTop" fmla="*/ 74520 h 298800"/>
              <a:gd name="textAreaBottom" fmla="*/ 224280 h 298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20076" y="5400"/>
                </a:lnTo>
                <a:lnTo>
                  <a:pt x="20076" y="0"/>
                </a:lnTo>
                <a:lnTo>
                  <a:pt x="21600" y="10800"/>
                </a:lnTo>
                <a:lnTo>
                  <a:pt x="20076" y="21600"/>
                </a:lnTo>
                <a:lnTo>
                  <a:pt x="20076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7F7F7F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 9"/>
          <p:cNvSpPr/>
          <p:nvPr/>
        </p:nvSpPr>
        <p:spPr>
          <a:xfrm>
            <a:off x="7126560" y="1182960"/>
            <a:ext cx="429768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C6699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Script Corrections and Updates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10"/>
          <p:cNvSpPr/>
          <p:nvPr/>
        </p:nvSpPr>
        <p:spPr>
          <a:xfrm>
            <a:off x="7132320" y="1920240"/>
            <a:ext cx="429768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9D18E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Test data changes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ectangle 13"/>
          <p:cNvSpPr/>
          <p:nvPr/>
        </p:nvSpPr>
        <p:spPr>
          <a:xfrm>
            <a:off x="7132320" y="3517920"/>
            <a:ext cx="4297680" cy="36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C99CC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Microsoft YaHei"/>
              </a:rPr>
              <a:t> Env changes and Dependency updates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Pricing - Overview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21560" y="709200"/>
            <a:ext cx="11391480" cy="530208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80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80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80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endParaRPr lang="en-US" sz="80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</a:pPr>
            <a:r>
              <a:rPr lang="en-US" sz="8000" b="1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Implementation Highlights:</a:t>
            </a:r>
            <a:endParaRPr lang="en-US" sz="80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 development </a:t>
            </a:r>
            <a:r>
              <a:rPr lang="en-US" sz="72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scratch.</a:t>
            </a: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Rest API calls and Response validations.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Kafka Producer and Consumer to Post and Read the Events from Topics.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of Mongo DB Validations.</a:t>
            </a:r>
          </a:p>
          <a:p>
            <a:pPr marL="974725" lvl="3" indent="-349250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Secrets and GitHub Actions Implementation to run testcases from CI/CD pipeline.</a:t>
            </a:r>
            <a:endParaRPr lang="en-US" sz="7200" b="0" strike="noStrike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81F3F-CDF8-7278-17B7-6E2480DF888C}"/>
              </a:ext>
            </a:extLst>
          </p:cNvPr>
          <p:cNvSpPr txBox="1"/>
          <p:nvPr/>
        </p:nvSpPr>
        <p:spPr>
          <a:xfrm>
            <a:off x="6211614" y="1471450"/>
            <a:ext cx="588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</a:rPr>
              <a:t>​​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5A34EA2-5716-1811-9A46-0F0BA9098BE5}"/>
              </a:ext>
            </a:extLst>
          </p:cNvPr>
          <p:cNvSpPr/>
          <p:nvPr/>
        </p:nvSpPr>
        <p:spPr>
          <a:xfrm>
            <a:off x="6542969" y="1471450"/>
            <a:ext cx="2017986" cy="836555"/>
          </a:xfrm>
          <a:prstGeom prst="wedgeRoundRectCallout">
            <a:avLst>
              <a:gd name="adj1" fmla="val -55208"/>
              <a:gd name="adj2" fmla="val 73409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en-US" sz="140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Newly built automation​​</a:t>
            </a:r>
          </a:p>
          <a:p>
            <a:pPr>
              <a:lnSpc>
                <a:spcPct val="100000"/>
              </a:lnSpc>
            </a:pPr>
            <a:r>
              <a:rPr lang="en-US" sz="140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test suite from scratch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BA437B-2067-9DDC-FA16-B882BC572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16" y="1053003"/>
            <a:ext cx="4981418" cy="16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02507" y="-20677"/>
            <a:ext cx="11403360" cy="734613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Automation Timeline –DRB &amp; IBT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5BA54-F6CD-AEF3-7811-7460F60E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07" y="1617013"/>
            <a:ext cx="4993339" cy="1619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6C146F-CAA6-FCFB-7B7E-9D803EED3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331" y="1617013"/>
            <a:ext cx="5380066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6BBC8C-E3A4-F8F0-A60D-5A82F8CD3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92" y="4493318"/>
            <a:ext cx="7716327" cy="2038635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9D6529-5D80-A0F0-930D-02292700A0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7825689"/>
              </p:ext>
            </p:extLst>
          </p:nvPr>
        </p:nvGraphicFramePr>
        <p:xfrm>
          <a:off x="1018507" y="326047"/>
          <a:ext cx="9879343" cy="1487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4" name="PlaceHolder 1">
            <a:extLst>
              <a:ext uri="{FF2B5EF4-FFF2-40B4-BE49-F238E27FC236}">
                <a16:creationId xmlns:a16="http://schemas.microsoft.com/office/drawing/2014/main" id="{494E1B73-BCB2-6B38-13ED-3E8E3977DFF0}"/>
              </a:ext>
            </a:extLst>
          </p:cNvPr>
          <p:cNvSpPr txBox="1">
            <a:spLocks/>
          </p:cNvSpPr>
          <p:nvPr/>
        </p:nvSpPr>
        <p:spPr>
          <a:xfrm>
            <a:off x="120192" y="3616214"/>
            <a:ext cx="11403360" cy="734613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spc="-1" dirty="0">
                <a:solidFill>
                  <a:srgbClr val="007DC5"/>
                </a:solidFill>
                <a:latin typeface="Calibri"/>
                <a:ea typeface="Microsoft YaHei"/>
              </a:rPr>
              <a:t>Next Steps – Pricing work…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76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21560" y="60840"/>
            <a:ext cx="11403360" cy="6422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7DC5"/>
                </a:solidFill>
                <a:latin typeface="Calibri"/>
                <a:ea typeface="Microsoft YaHei"/>
              </a:rPr>
              <a:t>   General Guidelines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21560" y="882868"/>
            <a:ext cx="11391480" cy="5644055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25000" lnSpcReduction="20000"/>
          </a:bodyPr>
          <a:lstStyle/>
          <a:p>
            <a:pPr marL="346075" lvl="3" indent="-282575">
              <a:lnSpc>
                <a:spcPct val="100000"/>
              </a:lnSpc>
              <a:spcBef>
                <a:spcPts val="1000"/>
              </a:spcBef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en-US" sz="80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General Guidelines suggested to the engineers:</a:t>
            </a:r>
          </a:p>
          <a:p>
            <a:pPr marL="850900" lvl="3" indent="-225425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 Maintenance of the Test Script is required.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0663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feature/functionality change, respective automation test scripts need to be identified and updated.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0663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every Season change, test data needs to be updated for the respective screens based on the current active season data.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0663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DB refresh ,some test scripts might fail due to data issue. On such cases, need to debug and fix those test scripts.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5425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needs to check the test data correctness before executing any testcases and required knowledge is provided to the team on test data update.</a:t>
            </a:r>
            <a:endParaRPr lang="en-US" sz="7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5425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b="0" strike="noStrike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every release, its mandatory to execute Smoke Testcases and Sanity Testcases along with required Regression testcases.</a:t>
            </a:r>
            <a:endParaRPr lang="en-US" sz="7200" spc="-1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0900" lvl="3" indent="-225425">
              <a:lnSpc>
                <a:spcPct val="120000"/>
              </a:lnSpc>
              <a:spcAft>
                <a:spcPts val="1414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§"/>
            </a:pPr>
            <a:r>
              <a:rPr lang="en-US" sz="7200" spc="-1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KT was provided to the engineers on the Automation Framework, including topics such as Cucumber, Selenium, test data updates, test script execution, and other necessary automation-related details.</a:t>
            </a:r>
          </a:p>
          <a:p>
            <a:pPr marL="0" indent="0">
              <a:buNone/>
            </a:pPr>
            <a:endParaRPr lang="en-US" sz="72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      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1800" b="0" strike="noStrike" spc="-1" dirty="0">
                <a:solidFill>
                  <a:srgbClr val="404040"/>
                </a:solidFill>
                <a:latin typeface="Calibri"/>
                <a:ea typeface="Verdana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360" indent="-34092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 dirty="0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678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/>
          </p:nvPr>
        </p:nvSpPr>
        <p:spPr>
          <a:xfrm>
            <a:off x="421560" y="924840"/>
            <a:ext cx="11348640" cy="4525560"/>
          </a:xfrm>
          <a:prstGeom prst="rect">
            <a:avLst/>
          </a:prstGeom>
          <a:noFill/>
          <a:ln w="12600">
            <a:noFill/>
          </a:ln>
        </p:spPr>
        <p:txBody>
          <a:bodyPr lIns="68760" tIns="34200" rIns="68760" bIns="34200" anchor="t">
            <a:normAutofit fontScale="85000" lnSpcReduction="20000"/>
          </a:bodyPr>
          <a:lstStyle/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42360" indent="-342000" algn="just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4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000" b="0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spcAft>
                <a:spcPts val="1414"/>
              </a:spcAft>
              <a:buNone/>
            </a:pPr>
            <a:r>
              <a:rPr lang="en-US" sz="2800" b="1" strike="noStrike" spc="-1">
                <a:solidFill>
                  <a:srgbClr val="404040"/>
                </a:solidFill>
                <a:latin typeface="Calibri"/>
                <a:ea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4978800" y="3178800"/>
            <a:ext cx="2627640" cy="579240"/>
          </a:xfrm>
          <a:custGeom>
            <a:avLst/>
            <a:gdLst>
              <a:gd name="textAreaLeft" fmla="*/ 0 w 2627640"/>
              <a:gd name="textAreaRight" fmla="*/ 2628000 w 2627640"/>
              <a:gd name="textAreaTop" fmla="*/ 0 h 579240"/>
              <a:gd name="textAreaBottom" fmla="*/ 579600 h 5792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Picture 315"/>
          <p:cNvPicPr/>
          <p:nvPr/>
        </p:nvPicPr>
        <p:blipFill>
          <a:blip r:embed="rId3"/>
          <a:stretch/>
        </p:blipFill>
        <p:spPr>
          <a:xfrm>
            <a:off x="548640" y="822960"/>
            <a:ext cx="3840480" cy="2194560"/>
          </a:xfrm>
          <a:prstGeom prst="rect">
            <a:avLst/>
          </a:prstGeom>
          <a:ln w="12600">
            <a:noFill/>
          </a:ln>
        </p:spPr>
      </p:pic>
      <p:pic>
        <p:nvPicPr>
          <p:cNvPr id="317" name="Picture 316"/>
          <p:cNvPicPr/>
          <p:nvPr/>
        </p:nvPicPr>
        <p:blipFill>
          <a:blip r:embed="rId4"/>
          <a:stretch/>
        </p:blipFill>
        <p:spPr>
          <a:xfrm>
            <a:off x="6703920" y="2501640"/>
            <a:ext cx="5000400" cy="353340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768</TotalTime>
  <Words>741</Words>
  <Application>Microsoft Office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Automation Introduction</vt:lpstr>
      <vt:lpstr>Automation Framework and Scope</vt:lpstr>
      <vt:lpstr>Overview of Fixes and Improvements</vt:lpstr>
      <vt:lpstr>Automation Script Failure Categorization – IBT &amp; DRB</vt:lpstr>
      <vt:lpstr>Pricing - Overview</vt:lpstr>
      <vt:lpstr>Automation Timeline –DRB &amp; IBT</vt:lpstr>
      <vt:lpstr>   General Guidelines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Sinduja S</dc:creator>
  <cp:lastModifiedBy>S, Sinduja</cp:lastModifiedBy>
  <cp:revision>23</cp:revision>
  <dcterms:modified xsi:type="dcterms:W3CDTF">2024-11-21T05:45:56Z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sinduja s</cp:lastModifiedBy>
  <dcterms:modified xsi:type="dcterms:W3CDTF">2024-09-03T12:33:11Z</dcterms:modified>
  <cp:revision>21</cp:revision>
  <dc:subject/>
  <dc:title>PowerPoint Presentation</dc:title>
</cp:coreProperties>
</file>