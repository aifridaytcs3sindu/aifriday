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86" r:id="rId3"/>
    <p:sldMasterId id="2147483688" r:id="rId4"/>
    <p:sldMasterId id="2147483689" r:id="rId5"/>
    <p:sldMasterId id="2147483690" r:id="rId6"/>
    <p:sldMasterId id="2147483691" r:id="rId7"/>
  </p:sldMasterIdLst>
  <p:notesMasterIdLst>
    <p:notesMasterId r:id="rId12"/>
  </p:notesMasterIdLst>
  <p:sldIdLst>
    <p:sldId id="256" r:id="rId8"/>
    <p:sldId id="266" r:id="rId9"/>
    <p:sldId id="267" r:id="rId10"/>
    <p:sldId id="262" r:id="rId11"/>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1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1E3C0B-CFF3-4652-B98C-548DF15D4731}" v="243" dt="2024-09-12T12:20:08.043"/>
    <p1510:client id="{DE7430DB-728E-DC03-82E2-18E3A5823DE7}" v="3" dt="2024-09-12T12:23:33.3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9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5" Type="http://schemas.openxmlformats.org/officeDocument/2006/relationships/slideMaster" Target="slideMasters/slideMaster5.xml"/><Relationship Id="rId15" Type="http://schemas.openxmlformats.org/officeDocument/2006/relationships/theme" Target="theme/theme1.xml"/><Relationship Id="rId10" Type="http://schemas.openxmlformats.org/officeDocument/2006/relationships/slide" Target="slides/slide3.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jithadoss, Srisanthinathan" userId="1f03fa62-e2dd-42c4-8c88-0e61d45b1a5c" providerId="ADAL" clId="{C71E3C0B-CFF3-4652-B98C-548DF15D4731}"/>
    <pc:docChg chg="undo custSel modSld">
      <pc:chgData name="Ajithadoss, Srisanthinathan" userId="1f03fa62-e2dd-42c4-8c88-0e61d45b1a5c" providerId="ADAL" clId="{C71E3C0B-CFF3-4652-B98C-548DF15D4731}" dt="2024-09-12T12:21:07.150" v="360" actId="1076"/>
      <pc:docMkLst>
        <pc:docMk/>
      </pc:docMkLst>
      <pc:sldChg chg="addSp delSp modSp mod">
        <pc:chgData name="Ajithadoss, Srisanthinathan" userId="1f03fa62-e2dd-42c4-8c88-0e61d45b1a5c" providerId="ADAL" clId="{C71E3C0B-CFF3-4652-B98C-548DF15D4731}" dt="2024-09-12T12:21:07.150" v="360" actId="1076"/>
        <pc:sldMkLst>
          <pc:docMk/>
          <pc:sldMk cId="212760486" sldId="264"/>
        </pc:sldMkLst>
        <pc:spChg chg="add mod">
          <ac:chgData name="Ajithadoss, Srisanthinathan" userId="1f03fa62-e2dd-42c4-8c88-0e61d45b1a5c" providerId="ADAL" clId="{C71E3C0B-CFF3-4652-B98C-548DF15D4731}" dt="2024-09-12T12:20:24.211" v="358" actId="5793"/>
          <ac:spMkLst>
            <pc:docMk/>
            <pc:sldMk cId="212760486" sldId="264"/>
            <ac:spMk id="4" creationId="{494E1B73-BCB2-6B38-13ED-3E8E3977DFF0}"/>
          </ac:spMkLst>
        </pc:spChg>
        <pc:spChg chg="add del mod">
          <ac:chgData name="Ajithadoss, Srisanthinathan" userId="1f03fa62-e2dd-42c4-8c88-0e61d45b1a5c" providerId="ADAL" clId="{C71E3C0B-CFF3-4652-B98C-548DF15D4731}" dt="2024-09-12T12:20:05.962" v="314" actId="21"/>
          <ac:spMkLst>
            <pc:docMk/>
            <pc:sldMk cId="212760486" sldId="264"/>
            <ac:spMk id="298" creationId="{00000000-0000-0000-0000-000000000000}"/>
          </ac:spMkLst>
        </pc:spChg>
        <pc:graphicFrameChg chg="add mod modGraphic">
          <ac:chgData name="Ajithadoss, Srisanthinathan" userId="1f03fa62-e2dd-42c4-8c88-0e61d45b1a5c" providerId="ADAL" clId="{C71E3C0B-CFF3-4652-B98C-548DF15D4731}" dt="2024-09-12T12:19:50.450" v="310" actId="1076"/>
          <ac:graphicFrameMkLst>
            <pc:docMk/>
            <pc:sldMk cId="212760486" sldId="264"/>
            <ac:graphicFrameMk id="2" creationId="{EC9D6529-5D80-A0F0-930D-02292700A025}"/>
          </ac:graphicFrameMkLst>
        </pc:graphicFrameChg>
        <pc:picChg chg="mod">
          <ac:chgData name="Ajithadoss, Srisanthinathan" userId="1f03fa62-e2dd-42c4-8c88-0e61d45b1a5c" providerId="ADAL" clId="{C71E3C0B-CFF3-4652-B98C-548DF15D4731}" dt="2024-09-12T12:20:36.910" v="359" actId="14100"/>
          <ac:picMkLst>
            <pc:docMk/>
            <pc:sldMk cId="212760486" sldId="264"/>
            <ac:picMk id="3" creationId="{5775BA54-F6CD-AEF3-7811-7460F60EBFAF}"/>
          </ac:picMkLst>
        </pc:picChg>
        <pc:picChg chg="mod">
          <ac:chgData name="Ajithadoss, Srisanthinathan" userId="1f03fa62-e2dd-42c4-8c88-0e61d45b1a5c" providerId="ADAL" clId="{C71E3C0B-CFF3-4652-B98C-548DF15D4731}" dt="2024-09-12T12:18:56.125" v="303" actId="14100"/>
          <ac:picMkLst>
            <pc:docMk/>
            <pc:sldMk cId="212760486" sldId="264"/>
            <ac:picMk id="5" creationId="{F86C146F-CAA6-FCFB-7B7E-9D803EED39F6}"/>
          </ac:picMkLst>
        </pc:picChg>
        <pc:picChg chg="mod">
          <ac:chgData name="Ajithadoss, Srisanthinathan" userId="1f03fa62-e2dd-42c4-8c88-0e61d45b1a5c" providerId="ADAL" clId="{C71E3C0B-CFF3-4652-B98C-548DF15D4731}" dt="2024-09-12T12:21:07.150" v="360" actId="1076"/>
          <ac:picMkLst>
            <pc:docMk/>
            <pc:sldMk cId="212760486" sldId="264"/>
            <ac:picMk id="7" creationId="{796BBC8C-E3A4-F8F0-A60D-5A82F8CD3FAB}"/>
          </ac:picMkLst>
        </pc:picChg>
      </pc:sldChg>
    </pc:docChg>
  </pc:docChgLst>
  <pc:docChgLst>
    <pc:chgData name="S, Sinduja" userId="S::sinduja.s@mnscorp.net::9d09c272-5155-40a5-9592-78092a615beb" providerId="AD" clId="Web-{DE7430DB-728E-DC03-82E2-18E3A5823DE7}"/>
    <pc:docChg chg="modSld">
      <pc:chgData name="S, Sinduja" userId="S::sinduja.s@mnscorp.net::9d09c272-5155-40a5-9592-78092a615beb" providerId="AD" clId="Web-{DE7430DB-728E-DC03-82E2-18E3A5823DE7}" dt="2024-09-12T12:23:33.389" v="2" actId="14100"/>
      <pc:docMkLst>
        <pc:docMk/>
      </pc:docMkLst>
      <pc:sldChg chg="modSp">
        <pc:chgData name="S, Sinduja" userId="S::sinduja.s@mnscorp.net::9d09c272-5155-40a5-9592-78092a615beb" providerId="AD" clId="Web-{DE7430DB-728E-DC03-82E2-18E3A5823DE7}" dt="2024-09-12T12:23:33.389" v="2" actId="14100"/>
        <pc:sldMkLst>
          <pc:docMk/>
          <pc:sldMk cId="212760486" sldId="264"/>
        </pc:sldMkLst>
        <pc:picChg chg="mod">
          <ac:chgData name="S, Sinduja" userId="S::sinduja.s@mnscorp.net::9d09c272-5155-40a5-9592-78092a615beb" providerId="AD" clId="Web-{DE7430DB-728E-DC03-82E2-18E3A5823DE7}" dt="2024-09-12T12:23:33.389" v="2" actId="14100"/>
          <ac:picMkLst>
            <pc:docMk/>
            <pc:sldMk cId="212760486" sldId="264"/>
            <ac:picMk id="3" creationId="{5775BA54-F6CD-AEF3-7811-7460F60EBFAF}"/>
          </ac:picMkLst>
        </pc:picChg>
        <pc:picChg chg="mod">
          <ac:chgData name="S, Sinduja" userId="S::sinduja.s@mnscorp.net::9d09c272-5155-40a5-9592-78092a615beb" providerId="AD" clId="Web-{DE7430DB-728E-DC03-82E2-18E3A5823DE7}" dt="2024-09-12T12:23:27.123" v="1" actId="1076"/>
          <ac:picMkLst>
            <pc:docMk/>
            <pc:sldMk cId="212760486" sldId="264"/>
            <ac:picMk id="5" creationId="{F86C146F-CAA6-FCFB-7B7E-9D803EED39F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8" name="PlaceHolder 1"/>
          <p:cNvSpPr>
            <a:spLocks noGrp="1"/>
          </p:cNvSpPr>
          <p:nvPr>
            <p:ph type="hdr"/>
          </p:nvPr>
        </p:nvSpPr>
        <p:spPr>
          <a:xfrm>
            <a:off x="0" y="0"/>
            <a:ext cx="3368520" cy="504720"/>
          </a:xfrm>
          <a:prstGeom prst="rect">
            <a:avLst/>
          </a:prstGeom>
          <a:noFill/>
          <a:ln w="12600">
            <a:noFill/>
          </a:ln>
        </p:spPr>
        <p:txBody>
          <a:bodyPr lIns="91440" tIns="45720" rIns="91440" bIns="45720" anchor="t">
            <a:noAutofit/>
          </a:bodyPr>
          <a:lstStyle/>
          <a:p>
            <a:pPr indent="0">
              <a:buNone/>
            </a:pPr>
            <a:endParaRPr lang="en-US" sz="2400" b="0" strike="noStrike" spc="-1">
              <a:solidFill>
                <a:srgbClr val="000000"/>
              </a:solidFill>
              <a:latin typeface="Times New Roman"/>
            </a:endParaRPr>
          </a:p>
        </p:txBody>
      </p:sp>
      <p:sp>
        <p:nvSpPr>
          <p:cNvPr id="249" name="PlaceHolder 2"/>
          <p:cNvSpPr>
            <a:spLocks noGrp="1"/>
          </p:cNvSpPr>
          <p:nvPr>
            <p:ph type="dt" idx="1"/>
          </p:nvPr>
        </p:nvSpPr>
        <p:spPr>
          <a:xfrm>
            <a:off x="4402080" y="0"/>
            <a:ext cx="3368520" cy="504720"/>
          </a:xfrm>
          <a:prstGeom prst="rect">
            <a:avLst/>
          </a:prstGeom>
          <a:noFill/>
          <a:ln w="12600">
            <a:noFill/>
          </a:ln>
        </p:spPr>
        <p:txBody>
          <a:bodyPr lIns="91440" tIns="45720" rIns="91440" bIns="45720" anchor="t">
            <a:noAutofit/>
          </a:bodyPr>
          <a:lstStyle>
            <a:lvl1pPr indent="0" algn="r">
              <a:lnSpc>
                <a:spcPct val="100000"/>
              </a:lnSpc>
              <a:buNone/>
              <a:defRPr lang="en-US" sz="1200" b="0" strike="noStrike" spc="-1">
                <a:solidFill>
                  <a:srgbClr val="000000"/>
                </a:solidFill>
                <a:latin typeface="Calibri"/>
              </a:defRPr>
            </a:lvl1pPr>
          </a:lstStyle>
          <a:p>
            <a:pPr indent="0" algn="r">
              <a:lnSpc>
                <a:spcPct val="100000"/>
              </a:lnSpc>
              <a:buNone/>
            </a:pPr>
            <a:fld id="{EF33BE61-09CC-4B4D-85FB-C3AA78C4317C}" type="datetime">
              <a:rPr lang="en-US" sz="1200" b="0" strike="noStrike" spc="-1">
                <a:solidFill>
                  <a:srgbClr val="000000"/>
                </a:solidFill>
                <a:latin typeface="Calibri"/>
              </a:rPr>
              <a:t>10/1/2024</a:t>
            </a:fld>
            <a:endParaRPr lang="en-US" sz="1200" b="0" strike="noStrike" spc="-1">
              <a:solidFill>
                <a:srgbClr val="000000"/>
              </a:solidFill>
              <a:latin typeface="Times New Roman"/>
            </a:endParaRPr>
          </a:p>
        </p:txBody>
      </p:sp>
      <p:sp>
        <p:nvSpPr>
          <p:cNvPr id="250" name="PlaceHolder 3"/>
          <p:cNvSpPr>
            <a:spLocks noGrp="1" noRot="1" noChangeAspect="1"/>
          </p:cNvSpPr>
          <p:nvPr>
            <p:ph type="sldImg"/>
          </p:nvPr>
        </p:nvSpPr>
        <p:spPr>
          <a:xfrm>
            <a:off x="870120" y="1257480"/>
            <a:ext cx="6032520" cy="3394080"/>
          </a:xfrm>
          <a:prstGeom prst="rect">
            <a:avLst/>
          </a:prstGeom>
          <a:noFill/>
          <a:ln w="12600">
            <a:noFill/>
          </a:ln>
        </p:spPr>
        <p:txBody>
          <a:bodyPr lIns="0" tIns="0" rIns="0" bIns="0" anchor="ctr">
            <a:noAutofit/>
          </a:bodyPr>
          <a:lstStyle/>
          <a:p>
            <a:pPr indent="0" algn="ctr">
              <a:buNone/>
            </a:pPr>
            <a:r>
              <a:rPr lang="en-US" sz="4400" b="0" strike="noStrike" spc="-1">
                <a:solidFill>
                  <a:srgbClr val="000000"/>
                </a:solidFill>
                <a:latin typeface="Arial"/>
              </a:rPr>
              <a:t>Click to move the slide</a:t>
            </a:r>
          </a:p>
        </p:txBody>
      </p:sp>
      <p:sp>
        <p:nvSpPr>
          <p:cNvPr id="251" name="PlaceHolder 4"/>
          <p:cNvSpPr>
            <a:spLocks noGrp="1"/>
          </p:cNvSpPr>
          <p:nvPr>
            <p:ph type="body"/>
          </p:nvPr>
        </p:nvSpPr>
        <p:spPr>
          <a:xfrm>
            <a:off x="777960" y="4840200"/>
            <a:ext cx="6216480" cy="3960720"/>
          </a:xfrm>
          <a:prstGeom prst="rect">
            <a:avLst/>
          </a:prstGeom>
          <a:noFill/>
          <a:ln w="12600">
            <a:noFill/>
          </a:ln>
        </p:spPr>
        <p:txBody>
          <a:bodyPr lIns="91440" tIns="45720" rIns="91440" bIns="45720" anchor="t">
            <a:noAutofit/>
          </a:bodyPr>
          <a:lstStyle/>
          <a:p>
            <a:pPr marL="216000" indent="-216000">
              <a:lnSpc>
                <a:spcPct val="100000"/>
              </a:lnSpc>
              <a:buNone/>
            </a:pPr>
            <a:r>
              <a:rPr lang="en-US" sz="2000" b="0" strike="noStrike" spc="-1">
                <a:solidFill>
                  <a:srgbClr val="000000"/>
                </a:solidFill>
                <a:latin typeface="Arial"/>
                <a:ea typeface="Microsoft YaHei"/>
              </a:rPr>
              <a:t>Click to edit Master text styles</a:t>
            </a:r>
            <a:endParaRPr lang="en-US" sz="2000" b="0" strike="noStrike" spc="-1">
              <a:solidFill>
                <a:srgbClr val="000000"/>
              </a:solidFill>
              <a:latin typeface="Arial"/>
            </a:endParaRPr>
          </a:p>
          <a:p>
            <a:pPr marL="457200" lvl="1" indent="0">
              <a:lnSpc>
                <a:spcPct val="100000"/>
              </a:lnSpc>
            </a:pPr>
            <a:r>
              <a:rPr lang="en-US" sz="1200" b="0" strike="noStrike" spc="-1">
                <a:solidFill>
                  <a:srgbClr val="000000"/>
                </a:solidFill>
                <a:latin typeface="Calibri"/>
              </a:rPr>
              <a:t>Second level</a:t>
            </a:r>
            <a:endParaRPr lang="en-US" sz="1200" b="0" strike="noStrike" spc="-1">
              <a:solidFill>
                <a:srgbClr val="000000"/>
              </a:solidFill>
              <a:latin typeface="Arial"/>
            </a:endParaRPr>
          </a:p>
          <a:p>
            <a:pPr marL="914400" lvl="2" indent="0">
              <a:lnSpc>
                <a:spcPct val="100000"/>
              </a:lnSpc>
            </a:pPr>
            <a:r>
              <a:rPr lang="en-US" sz="1200" b="0" strike="noStrike" spc="-1">
                <a:solidFill>
                  <a:srgbClr val="000000"/>
                </a:solidFill>
                <a:latin typeface="Calibri"/>
              </a:rPr>
              <a:t>Third level</a:t>
            </a:r>
            <a:endParaRPr lang="en-US" sz="1200" b="0" strike="noStrike" spc="-1">
              <a:solidFill>
                <a:srgbClr val="000000"/>
              </a:solidFill>
              <a:latin typeface="Arial"/>
            </a:endParaRPr>
          </a:p>
          <a:p>
            <a:pPr marL="1371600" lvl="3" indent="0">
              <a:lnSpc>
                <a:spcPct val="100000"/>
              </a:lnSpc>
            </a:pPr>
            <a:r>
              <a:rPr lang="en-US" sz="1200" b="0" strike="noStrike" spc="-1">
                <a:solidFill>
                  <a:srgbClr val="000000"/>
                </a:solidFill>
                <a:latin typeface="Calibri"/>
              </a:rPr>
              <a:t>Fourth level</a:t>
            </a:r>
            <a:endParaRPr lang="en-US" sz="1200" b="0" strike="noStrike" spc="-1">
              <a:solidFill>
                <a:srgbClr val="000000"/>
              </a:solidFill>
              <a:latin typeface="Arial"/>
            </a:endParaRPr>
          </a:p>
          <a:p>
            <a:pPr marL="1828800" lvl="4" indent="0">
              <a:lnSpc>
                <a:spcPct val="100000"/>
              </a:lnSpc>
            </a:pPr>
            <a:r>
              <a:rPr lang="en-US" sz="1200" b="0" strike="noStrike" spc="-1">
                <a:solidFill>
                  <a:srgbClr val="000000"/>
                </a:solidFill>
                <a:latin typeface="Calibri"/>
              </a:rPr>
              <a:t>Fifth level</a:t>
            </a:r>
            <a:endParaRPr lang="en-US" sz="1200" b="0" strike="noStrike" spc="-1">
              <a:solidFill>
                <a:srgbClr val="000000"/>
              </a:solidFill>
              <a:latin typeface="Arial"/>
            </a:endParaRPr>
          </a:p>
        </p:txBody>
      </p:sp>
      <p:sp>
        <p:nvSpPr>
          <p:cNvPr id="252" name="PlaceHolder 5"/>
          <p:cNvSpPr>
            <a:spLocks noGrp="1" noRot="1" noChangeAspect="1"/>
          </p:cNvSpPr>
          <p:nvPr>
            <p:ph type="sldImg"/>
          </p:nvPr>
        </p:nvSpPr>
        <p:spPr>
          <a:xfrm>
            <a:off x="1371600" y="764280"/>
            <a:ext cx="5028480" cy="3771360"/>
          </a:xfrm>
          <a:prstGeom prst="rect">
            <a:avLst/>
          </a:prstGeom>
          <a:noFill/>
          <a:ln w="12600">
            <a:noFill/>
          </a:ln>
        </p:spPr>
        <p:txBody>
          <a:bodyPr lIns="0" tIns="0" rIns="0" bIns="0" anchor="ctr">
            <a:noAutofit/>
          </a:bodyPr>
          <a:lstStyle/>
          <a:p>
            <a:pPr indent="0" algn="ctr">
              <a:buNone/>
            </a:pPr>
            <a:r>
              <a:rPr lang="en-US" sz="4400" b="0" strike="noStrike" spc="-1">
                <a:solidFill>
                  <a:srgbClr val="000000"/>
                </a:solidFill>
                <a:latin typeface="Arial"/>
              </a:rPr>
              <a:t>Click to move the slide</a:t>
            </a:r>
          </a:p>
        </p:txBody>
      </p:sp>
      <p:sp>
        <p:nvSpPr>
          <p:cNvPr id="253" name="PlaceHolder 6"/>
          <p:cNvSpPr>
            <a:spLocks noGrp="1"/>
          </p:cNvSpPr>
          <p:nvPr>
            <p:ph type="body"/>
          </p:nvPr>
        </p:nvSpPr>
        <p:spPr>
          <a:xfrm>
            <a:off x="777240" y="4777560"/>
            <a:ext cx="6217560" cy="4525920"/>
          </a:xfrm>
          <a:prstGeom prst="rect">
            <a:avLst/>
          </a:prstGeom>
          <a:noFill/>
          <a:ln w="12600">
            <a:noFill/>
          </a:ln>
        </p:spPr>
        <p:txBody>
          <a:bodyPr lIns="0" tIns="0" rIns="0" bIns="0" anchor="t">
            <a:noAutofit/>
          </a:bodyPr>
          <a:lstStyle/>
          <a:p>
            <a:pPr marL="216000" indent="-216000">
              <a:buNone/>
            </a:pPr>
            <a:endParaRPr lang="en-US" sz="2000" b="0" strike="noStrike" spc="-1">
              <a:solidFill>
                <a:srgbClr val="000000"/>
              </a:solidFill>
              <a:latin typeface="Arial"/>
            </a:endParaRPr>
          </a:p>
        </p:txBody>
      </p:sp>
      <p:sp>
        <p:nvSpPr>
          <p:cNvPr id="254" name="PlaceHolder 7"/>
          <p:cNvSpPr>
            <a:spLocks noGrp="1"/>
          </p:cNvSpPr>
          <p:nvPr>
            <p:ph type="hdr"/>
          </p:nvPr>
        </p:nvSpPr>
        <p:spPr>
          <a:xfrm>
            <a:off x="0" y="0"/>
            <a:ext cx="3372840" cy="502560"/>
          </a:xfrm>
          <a:prstGeom prst="rect">
            <a:avLst/>
          </a:prstGeom>
          <a:noFill/>
          <a:ln w="12600">
            <a:noFill/>
          </a:ln>
        </p:spPr>
        <p:txBody>
          <a:bodyPr lIns="0" tIns="0" rIns="0" bIns="0" anchor="t">
            <a:noAutofit/>
          </a:bodyPr>
          <a:lstStyle/>
          <a:p>
            <a:pPr indent="0">
              <a:buNone/>
            </a:pPr>
            <a:endParaRPr lang="en-US" sz="2400" b="0" strike="noStrike" spc="-1">
              <a:solidFill>
                <a:srgbClr val="000000"/>
              </a:solidFill>
              <a:latin typeface="Times New Roman"/>
            </a:endParaRPr>
          </a:p>
        </p:txBody>
      </p:sp>
      <p:sp>
        <p:nvSpPr>
          <p:cNvPr id="255" name="PlaceHolder 8"/>
          <p:cNvSpPr>
            <a:spLocks noGrp="1"/>
          </p:cNvSpPr>
          <p:nvPr>
            <p:ph type="dt" idx="2"/>
          </p:nvPr>
        </p:nvSpPr>
        <p:spPr>
          <a:xfrm>
            <a:off x="4399200" y="0"/>
            <a:ext cx="3372840" cy="502560"/>
          </a:xfrm>
          <a:prstGeom prst="rect">
            <a:avLst/>
          </a:prstGeom>
          <a:noFill/>
          <a:ln w="12600">
            <a:noFill/>
          </a:ln>
        </p:spPr>
        <p:txBody>
          <a:bodyPr lIns="0" tIns="0" rIns="0" bIns="0" anchor="t">
            <a:noAutofit/>
          </a:bodyPr>
          <a:lstStyle/>
          <a:p>
            <a:pPr indent="0">
              <a:buNone/>
            </a:pPr>
            <a:endParaRPr lang="en-US" sz="2400" b="0" strike="noStrike" spc="-1">
              <a:solidFill>
                <a:srgbClr val="000000"/>
              </a:solidFill>
              <a:latin typeface="Times New Roman"/>
            </a:endParaRPr>
          </a:p>
        </p:txBody>
      </p:sp>
      <p:sp>
        <p:nvSpPr>
          <p:cNvPr id="256" name="PlaceHolder 9"/>
          <p:cNvSpPr>
            <a:spLocks noGrp="1"/>
          </p:cNvSpPr>
          <p:nvPr>
            <p:ph type="ftr" idx="3"/>
          </p:nvPr>
        </p:nvSpPr>
        <p:spPr>
          <a:xfrm>
            <a:off x="0" y="9555480"/>
            <a:ext cx="3372840" cy="502560"/>
          </a:xfrm>
          <a:prstGeom prst="rect">
            <a:avLst/>
          </a:prstGeom>
          <a:noFill/>
          <a:ln w="12600">
            <a:noFill/>
          </a:ln>
        </p:spPr>
        <p:txBody>
          <a:bodyPr lIns="0" tIns="0" rIns="0" bIns="0" anchor="b">
            <a:noAutofit/>
          </a:bodyPr>
          <a:lstStyle/>
          <a:p>
            <a:pPr indent="0">
              <a:buNone/>
            </a:pPr>
            <a:endParaRPr lang="en-US" sz="2400" b="0" strike="noStrike" spc="-1">
              <a:solidFill>
                <a:srgbClr val="000000"/>
              </a:solidFill>
              <a:latin typeface="Times New Roman"/>
            </a:endParaRPr>
          </a:p>
        </p:txBody>
      </p:sp>
      <p:sp>
        <p:nvSpPr>
          <p:cNvPr id="257" name="PlaceHolder 10"/>
          <p:cNvSpPr>
            <a:spLocks noGrp="1"/>
          </p:cNvSpPr>
          <p:nvPr>
            <p:ph type="sldNum" idx="4"/>
          </p:nvPr>
        </p:nvSpPr>
        <p:spPr>
          <a:xfrm>
            <a:off x="4399200" y="9555480"/>
            <a:ext cx="3372840" cy="502560"/>
          </a:xfrm>
          <a:prstGeom prst="rect">
            <a:avLst/>
          </a:prstGeom>
          <a:noFill/>
          <a:ln w="12600">
            <a:noFill/>
          </a:ln>
        </p:spPr>
        <p:txBody>
          <a:bodyPr lIns="0" tIns="0" rIns="0" bIns="0" anchor="b">
            <a:noAutofit/>
          </a:bodyPr>
          <a:lstStyle>
            <a:lvl1pPr indent="0" algn="r">
              <a:lnSpc>
                <a:spcPct val="100000"/>
              </a:lnSpc>
              <a:buNone/>
              <a:defRPr lang="en-US" sz="1400" b="0" strike="noStrike" spc="-1">
                <a:solidFill>
                  <a:srgbClr val="000000"/>
                </a:solidFill>
                <a:latin typeface="Times New Roman"/>
                <a:ea typeface="Lucida Sans Unicode"/>
              </a:defRPr>
            </a:lvl1pPr>
          </a:lstStyle>
          <a:p>
            <a:pPr indent="0" algn="r">
              <a:lnSpc>
                <a:spcPct val="100000"/>
              </a:lnSpc>
              <a:buNone/>
            </a:pPr>
            <a:fld id="{806EB090-5515-4503-BAB2-6B73940D1830}" type="slidenum">
              <a:rPr lang="en-US" sz="1400" b="0" strike="noStrike" spc="-1">
                <a:solidFill>
                  <a:srgbClr val="000000"/>
                </a:solidFill>
                <a:latin typeface="Times New Roman"/>
                <a:ea typeface="Lucida Sans Unicode"/>
              </a:rPr>
              <a:t>‹#›</a:t>
            </a:fld>
            <a:endParaRPr lang="en-US" sz="1400" b="0" strike="noStrike" spc="-1">
              <a:solidFill>
                <a:srgbClr val="000000"/>
              </a:solidFill>
              <a:latin typeface="Times New Roman"/>
            </a:endParaRPr>
          </a:p>
        </p:txBody>
      </p:sp>
      <p:sp>
        <p:nvSpPr>
          <p:cNvPr id="258" name="PlaceHolder 11"/>
          <p:cNvSpPr>
            <a:spLocks noGrp="1"/>
          </p:cNvSpPr>
          <p:nvPr>
            <p:ph type="ftr" idx="5"/>
          </p:nvPr>
        </p:nvSpPr>
        <p:spPr>
          <a:xfrm>
            <a:off x="0" y="9553680"/>
            <a:ext cx="3368520" cy="504720"/>
          </a:xfrm>
          <a:prstGeom prst="rect">
            <a:avLst/>
          </a:prstGeom>
          <a:noFill/>
          <a:ln w="12600">
            <a:noFill/>
          </a:ln>
        </p:spPr>
        <p:txBody>
          <a:bodyPr lIns="91440" tIns="45720" rIns="91440" bIns="45720" anchor="b">
            <a:noAutofit/>
          </a:bodyPr>
          <a:lstStyle/>
          <a:p>
            <a:pPr indent="0">
              <a:buNone/>
            </a:pPr>
            <a:endParaRPr lang="en-US" sz="2400" b="0" strike="noStrike" spc="-1">
              <a:solidFill>
                <a:srgbClr val="000000"/>
              </a:solidFill>
              <a:latin typeface="Times New Roman"/>
            </a:endParaRPr>
          </a:p>
        </p:txBody>
      </p:sp>
      <p:sp>
        <p:nvSpPr>
          <p:cNvPr id="259" name="PlaceHolder 12"/>
          <p:cNvSpPr>
            <a:spLocks noGrp="1"/>
          </p:cNvSpPr>
          <p:nvPr>
            <p:ph type="sldNum" idx="6"/>
          </p:nvPr>
        </p:nvSpPr>
        <p:spPr>
          <a:xfrm>
            <a:off x="4402080" y="9553680"/>
            <a:ext cx="3368520" cy="504720"/>
          </a:xfrm>
          <a:prstGeom prst="rect">
            <a:avLst/>
          </a:prstGeom>
          <a:noFill/>
          <a:ln w="12600">
            <a:noFill/>
          </a:ln>
        </p:spPr>
        <p:txBody>
          <a:bodyPr lIns="91440" tIns="45720" rIns="91440" bIns="45720" anchor="b">
            <a:noAutofit/>
          </a:bodyPr>
          <a:lstStyle>
            <a:lvl1pPr indent="0" algn="r">
              <a:lnSpc>
                <a:spcPct val="100000"/>
              </a:lnSpc>
              <a:buNone/>
              <a:defRPr lang="en-US" sz="1200" b="0" strike="noStrike" spc="-1">
                <a:solidFill>
                  <a:srgbClr val="000000"/>
                </a:solidFill>
                <a:latin typeface="Calibri"/>
              </a:defRPr>
            </a:lvl1pPr>
          </a:lstStyle>
          <a:p>
            <a:pPr indent="0" algn="r">
              <a:lnSpc>
                <a:spcPct val="100000"/>
              </a:lnSpc>
              <a:buNone/>
            </a:pPr>
            <a:fld id="{0C94971D-932F-400D-BC50-3504E951712A}" type="slidenum">
              <a:rPr lang="en-US" sz="1200" b="0" strike="noStrike" spc="-1">
                <a:solidFill>
                  <a:srgbClr val="000000"/>
                </a:solidFill>
                <a:latin typeface="Calibri"/>
              </a:rPr>
              <a:t>‹#›</a:t>
            </a:fld>
            <a:endParaRPr lang="en-US" sz="1200" b="0" strike="noStrike" spc="-1">
              <a:solidFill>
                <a:srgbClr val="000000"/>
              </a:solidFill>
              <a:latin typeface="Times New Roman"/>
            </a:endParaRPr>
          </a:p>
        </p:txBody>
      </p:sp>
      <p:sp>
        <p:nvSpPr>
          <p:cNvPr id="260" name="PlaceHolder 13"/>
          <p:cNvSpPr>
            <a:spLocks noGrp="1"/>
          </p:cNvSpPr>
          <p:nvPr>
            <p:ph type="hdr"/>
          </p:nvPr>
        </p:nvSpPr>
        <p:spPr>
          <a:xfrm>
            <a:off x="0" y="0"/>
            <a:ext cx="3368520" cy="504720"/>
          </a:xfrm>
          <a:prstGeom prst="rect">
            <a:avLst/>
          </a:prstGeom>
          <a:noFill/>
          <a:ln w="12600">
            <a:noFill/>
          </a:ln>
        </p:spPr>
        <p:txBody>
          <a:bodyPr lIns="91440" tIns="45720" rIns="91440" bIns="45720" anchor="t">
            <a:noAutofit/>
          </a:bodyPr>
          <a:lstStyle/>
          <a:p>
            <a:pPr indent="0">
              <a:buNone/>
            </a:pPr>
            <a:endParaRPr lang="en-US" sz="2400" b="0" strike="noStrike" spc="-1">
              <a:solidFill>
                <a:srgbClr val="000000"/>
              </a:solidFill>
              <a:latin typeface="Times New Roman"/>
            </a:endParaRPr>
          </a:p>
        </p:txBody>
      </p:sp>
      <p:sp>
        <p:nvSpPr>
          <p:cNvPr id="261" name="PlaceHolder 14"/>
          <p:cNvSpPr>
            <a:spLocks noGrp="1"/>
          </p:cNvSpPr>
          <p:nvPr>
            <p:ph type="dt" idx="7"/>
          </p:nvPr>
        </p:nvSpPr>
        <p:spPr>
          <a:xfrm>
            <a:off x="4402080" y="0"/>
            <a:ext cx="3368520" cy="504720"/>
          </a:xfrm>
          <a:prstGeom prst="rect">
            <a:avLst/>
          </a:prstGeom>
          <a:noFill/>
          <a:ln w="12600">
            <a:noFill/>
          </a:ln>
        </p:spPr>
        <p:txBody>
          <a:bodyPr lIns="91440" tIns="45720" rIns="91440" bIns="45720" anchor="t">
            <a:noAutofit/>
          </a:bodyPr>
          <a:lstStyle>
            <a:lvl1pPr indent="0" algn="r">
              <a:lnSpc>
                <a:spcPct val="100000"/>
              </a:lnSpc>
              <a:buNone/>
              <a:defRPr lang="en-US" sz="1200" b="0" strike="noStrike" spc="-1">
                <a:solidFill>
                  <a:srgbClr val="000000"/>
                </a:solidFill>
                <a:latin typeface="Calibri"/>
              </a:defRPr>
            </a:lvl1pPr>
          </a:lstStyle>
          <a:p>
            <a:pPr indent="0" algn="r">
              <a:lnSpc>
                <a:spcPct val="100000"/>
              </a:lnSpc>
              <a:buNone/>
            </a:pPr>
            <a:fld id="{A0030239-436D-42FA-8D3F-35A0B4BDBB42}" type="datetime">
              <a:rPr lang="en-US" sz="1200" b="0" strike="noStrike" spc="-1">
                <a:solidFill>
                  <a:srgbClr val="000000"/>
                </a:solidFill>
                <a:latin typeface="Calibri"/>
              </a:rPr>
              <a:t>10/1/2024</a:t>
            </a:fld>
            <a:endParaRPr lang="en-US" sz="1200" b="0" strike="noStrike" spc="-1">
              <a:solidFill>
                <a:srgbClr val="000000"/>
              </a:solidFill>
              <a:latin typeface="Times New Roman"/>
            </a:endParaRPr>
          </a:p>
        </p:txBody>
      </p:sp>
      <p:sp>
        <p:nvSpPr>
          <p:cNvPr id="262" name="PlaceHolder 15"/>
          <p:cNvSpPr>
            <a:spLocks noGrp="1" noRot="1" noChangeAspect="1"/>
          </p:cNvSpPr>
          <p:nvPr>
            <p:ph type="sldImg"/>
          </p:nvPr>
        </p:nvSpPr>
        <p:spPr>
          <a:xfrm>
            <a:off x="870120" y="1257480"/>
            <a:ext cx="6032520" cy="3394080"/>
          </a:xfrm>
          <a:prstGeom prst="rect">
            <a:avLst/>
          </a:prstGeom>
          <a:noFill/>
          <a:ln w="12600">
            <a:noFill/>
          </a:ln>
        </p:spPr>
        <p:txBody>
          <a:bodyPr lIns="0" tIns="0" rIns="0" bIns="0" anchor="ctr">
            <a:noAutofit/>
          </a:bodyPr>
          <a:lstStyle/>
          <a:p>
            <a:pPr indent="0" algn="ctr">
              <a:buNone/>
            </a:pPr>
            <a:r>
              <a:rPr lang="en-US" sz="4400" b="0" strike="noStrike" spc="-1">
                <a:solidFill>
                  <a:srgbClr val="000000"/>
                </a:solidFill>
                <a:latin typeface="Arial"/>
              </a:rPr>
              <a:t>Click to move the slide</a:t>
            </a:r>
          </a:p>
        </p:txBody>
      </p:sp>
      <p:sp>
        <p:nvSpPr>
          <p:cNvPr id="263" name="PlaceHolder 16"/>
          <p:cNvSpPr>
            <a:spLocks noGrp="1"/>
          </p:cNvSpPr>
          <p:nvPr>
            <p:ph type="body"/>
          </p:nvPr>
        </p:nvSpPr>
        <p:spPr>
          <a:xfrm>
            <a:off x="777960" y="4840200"/>
            <a:ext cx="6216480" cy="3960720"/>
          </a:xfrm>
          <a:prstGeom prst="rect">
            <a:avLst/>
          </a:prstGeom>
          <a:noFill/>
          <a:ln w="12600">
            <a:noFill/>
          </a:ln>
        </p:spPr>
        <p:txBody>
          <a:bodyPr lIns="91440" tIns="45720" rIns="91440" bIns="45720" anchor="t">
            <a:noAutofit/>
          </a:bodyPr>
          <a:lstStyle/>
          <a:p>
            <a:pPr marL="216000" indent="-216000">
              <a:lnSpc>
                <a:spcPct val="100000"/>
              </a:lnSpc>
              <a:buNone/>
            </a:pPr>
            <a:r>
              <a:rPr lang="en-US" sz="2000" b="0" strike="noStrike" spc="-1">
                <a:solidFill>
                  <a:srgbClr val="000000"/>
                </a:solidFill>
                <a:latin typeface="Arial"/>
                <a:ea typeface="Microsoft YaHei"/>
              </a:rPr>
              <a:t>Click to edit Master text styles</a:t>
            </a:r>
            <a:endParaRPr lang="en-US" sz="2000" b="0" strike="noStrike" spc="-1">
              <a:solidFill>
                <a:srgbClr val="000000"/>
              </a:solidFill>
              <a:latin typeface="Arial"/>
            </a:endParaRPr>
          </a:p>
          <a:p>
            <a:pPr marL="457200" lvl="1" indent="0">
              <a:lnSpc>
                <a:spcPct val="100000"/>
              </a:lnSpc>
            </a:pPr>
            <a:r>
              <a:rPr lang="en-US" sz="1200" b="0" strike="noStrike" spc="-1">
                <a:solidFill>
                  <a:srgbClr val="000000"/>
                </a:solidFill>
                <a:latin typeface="Calibri"/>
              </a:rPr>
              <a:t>Second level</a:t>
            </a:r>
            <a:endParaRPr lang="en-US" sz="1200" b="0" strike="noStrike" spc="-1">
              <a:solidFill>
                <a:srgbClr val="000000"/>
              </a:solidFill>
              <a:latin typeface="Arial"/>
            </a:endParaRPr>
          </a:p>
          <a:p>
            <a:pPr marL="914400" lvl="2" indent="0">
              <a:lnSpc>
                <a:spcPct val="100000"/>
              </a:lnSpc>
            </a:pPr>
            <a:r>
              <a:rPr lang="en-US" sz="1200" b="0" strike="noStrike" spc="-1">
                <a:solidFill>
                  <a:srgbClr val="000000"/>
                </a:solidFill>
                <a:latin typeface="Calibri"/>
              </a:rPr>
              <a:t>Third level</a:t>
            </a:r>
            <a:endParaRPr lang="en-US" sz="1200" b="0" strike="noStrike" spc="-1">
              <a:solidFill>
                <a:srgbClr val="000000"/>
              </a:solidFill>
              <a:latin typeface="Arial"/>
            </a:endParaRPr>
          </a:p>
          <a:p>
            <a:pPr marL="1371600" lvl="3" indent="0">
              <a:lnSpc>
                <a:spcPct val="100000"/>
              </a:lnSpc>
            </a:pPr>
            <a:r>
              <a:rPr lang="en-US" sz="1200" b="0" strike="noStrike" spc="-1">
                <a:solidFill>
                  <a:srgbClr val="000000"/>
                </a:solidFill>
                <a:latin typeface="Calibri"/>
              </a:rPr>
              <a:t>Fourth level</a:t>
            </a:r>
            <a:endParaRPr lang="en-US" sz="1200" b="0" strike="noStrike" spc="-1">
              <a:solidFill>
                <a:srgbClr val="000000"/>
              </a:solidFill>
              <a:latin typeface="Arial"/>
            </a:endParaRPr>
          </a:p>
          <a:p>
            <a:pPr marL="1828800" lvl="4" indent="0">
              <a:lnSpc>
                <a:spcPct val="100000"/>
              </a:lnSpc>
            </a:pPr>
            <a:r>
              <a:rPr lang="en-US" sz="1200" b="0" strike="noStrike" spc="-1">
                <a:solidFill>
                  <a:srgbClr val="000000"/>
                </a:solidFill>
                <a:latin typeface="Calibri"/>
              </a:rPr>
              <a:t>Fifth level</a:t>
            </a:r>
            <a:endParaRPr lang="en-US" sz="1200" b="0" strike="noStrike" spc="-1">
              <a:solidFill>
                <a:srgbClr val="000000"/>
              </a:solidFill>
              <a:latin typeface="Arial"/>
            </a:endParaRPr>
          </a:p>
        </p:txBody>
      </p:sp>
      <p:sp>
        <p:nvSpPr>
          <p:cNvPr id="264" name="PlaceHolder 17"/>
          <p:cNvSpPr>
            <a:spLocks noGrp="1"/>
          </p:cNvSpPr>
          <p:nvPr>
            <p:ph type="ftr" idx="8"/>
          </p:nvPr>
        </p:nvSpPr>
        <p:spPr>
          <a:xfrm>
            <a:off x="0" y="9553680"/>
            <a:ext cx="3368520" cy="504720"/>
          </a:xfrm>
          <a:prstGeom prst="rect">
            <a:avLst/>
          </a:prstGeom>
          <a:noFill/>
          <a:ln w="12600">
            <a:noFill/>
          </a:ln>
        </p:spPr>
        <p:txBody>
          <a:bodyPr lIns="91440" tIns="45720" rIns="91440" bIns="45720" anchor="b">
            <a:noAutofit/>
          </a:bodyPr>
          <a:lstStyle/>
          <a:p>
            <a:pPr indent="0">
              <a:buNone/>
            </a:pPr>
            <a:endParaRPr lang="en-US" sz="2400" b="0" strike="noStrike" spc="-1">
              <a:solidFill>
                <a:srgbClr val="000000"/>
              </a:solidFill>
              <a:latin typeface="Times New Roman"/>
            </a:endParaRPr>
          </a:p>
        </p:txBody>
      </p:sp>
      <p:sp>
        <p:nvSpPr>
          <p:cNvPr id="265" name="PlaceHolder 18"/>
          <p:cNvSpPr>
            <a:spLocks noGrp="1"/>
          </p:cNvSpPr>
          <p:nvPr>
            <p:ph type="sldNum" idx="9"/>
          </p:nvPr>
        </p:nvSpPr>
        <p:spPr>
          <a:xfrm>
            <a:off x="4402080" y="9553680"/>
            <a:ext cx="3368520" cy="504720"/>
          </a:xfrm>
          <a:prstGeom prst="rect">
            <a:avLst/>
          </a:prstGeom>
          <a:noFill/>
          <a:ln w="12600">
            <a:noFill/>
          </a:ln>
        </p:spPr>
        <p:txBody>
          <a:bodyPr lIns="91440" tIns="45720" rIns="91440" bIns="45720" anchor="b">
            <a:noAutofit/>
          </a:bodyPr>
          <a:lstStyle>
            <a:lvl1pPr indent="0" algn="r">
              <a:lnSpc>
                <a:spcPct val="100000"/>
              </a:lnSpc>
              <a:buNone/>
              <a:defRPr lang="en-US" sz="1200" b="0" strike="noStrike" spc="-1">
                <a:solidFill>
                  <a:srgbClr val="000000"/>
                </a:solidFill>
                <a:latin typeface="Calibri"/>
              </a:defRPr>
            </a:lvl1pPr>
          </a:lstStyle>
          <a:p>
            <a:pPr indent="0" algn="r">
              <a:lnSpc>
                <a:spcPct val="100000"/>
              </a:lnSpc>
              <a:buNone/>
            </a:pPr>
            <a:fld id="{5AA337B4-B6F2-4975-98E3-88608CDA62E5}" type="slidenum">
              <a:rPr lang="en-US" sz="1200" b="0" strike="noStrike" spc="-1">
                <a:solidFill>
                  <a:srgbClr val="000000"/>
                </a:solidFill>
                <a:latin typeface="Calibri"/>
              </a:rPr>
              <a:t>‹#›</a:t>
            </a:fld>
            <a:endParaRPr lang="en-US" sz="1200" b="0" strike="noStrike" spc="-1">
              <a:solidFill>
                <a:srgbClr val="000000"/>
              </a:solidFill>
              <a:latin typeface="Times New Roman"/>
            </a:endParaRPr>
          </a:p>
        </p:txBody>
      </p:sp>
      <p:sp>
        <p:nvSpPr>
          <p:cNvPr id="266" name="PlaceHolder 19"/>
          <p:cNvSpPr>
            <a:spLocks noGrp="1"/>
          </p:cNvSpPr>
          <p:nvPr>
            <p:ph type="hdr"/>
          </p:nvPr>
        </p:nvSpPr>
        <p:spPr>
          <a:xfrm>
            <a:off x="0" y="0"/>
            <a:ext cx="3368520" cy="504720"/>
          </a:xfrm>
          <a:prstGeom prst="rect">
            <a:avLst/>
          </a:prstGeom>
          <a:noFill/>
          <a:ln w="12600">
            <a:noFill/>
          </a:ln>
        </p:spPr>
        <p:txBody>
          <a:bodyPr lIns="91440" tIns="45720" rIns="91440" bIns="45720" anchor="t">
            <a:noAutofit/>
          </a:bodyPr>
          <a:lstStyle/>
          <a:p>
            <a:pPr indent="0">
              <a:buNone/>
            </a:pPr>
            <a:endParaRPr lang="en-US" sz="2400" b="0" strike="noStrike" spc="-1">
              <a:solidFill>
                <a:srgbClr val="000000"/>
              </a:solidFill>
              <a:latin typeface="Times New Roman"/>
            </a:endParaRPr>
          </a:p>
        </p:txBody>
      </p:sp>
      <p:sp>
        <p:nvSpPr>
          <p:cNvPr id="267" name="PlaceHolder 20"/>
          <p:cNvSpPr>
            <a:spLocks noGrp="1"/>
          </p:cNvSpPr>
          <p:nvPr>
            <p:ph type="dt" idx="10"/>
          </p:nvPr>
        </p:nvSpPr>
        <p:spPr>
          <a:xfrm>
            <a:off x="4402080" y="0"/>
            <a:ext cx="3368520" cy="504720"/>
          </a:xfrm>
          <a:prstGeom prst="rect">
            <a:avLst/>
          </a:prstGeom>
          <a:noFill/>
          <a:ln w="12600">
            <a:noFill/>
          </a:ln>
        </p:spPr>
        <p:txBody>
          <a:bodyPr lIns="91440" tIns="45720" rIns="91440" bIns="45720" anchor="t">
            <a:noAutofit/>
          </a:bodyPr>
          <a:lstStyle>
            <a:lvl1pPr indent="0" algn="r">
              <a:lnSpc>
                <a:spcPct val="100000"/>
              </a:lnSpc>
              <a:buNone/>
              <a:defRPr lang="en-US" sz="1200" b="0" strike="noStrike" spc="-1">
                <a:solidFill>
                  <a:srgbClr val="000000"/>
                </a:solidFill>
                <a:latin typeface="Calibri"/>
              </a:defRPr>
            </a:lvl1pPr>
          </a:lstStyle>
          <a:p>
            <a:pPr indent="0" algn="r">
              <a:lnSpc>
                <a:spcPct val="100000"/>
              </a:lnSpc>
              <a:buNone/>
            </a:pPr>
            <a:fld id="{5633188E-BFC5-4530-8A01-01974AD1DE76}" type="datetime">
              <a:rPr lang="en-US" sz="1200" b="0" strike="noStrike" spc="-1">
                <a:solidFill>
                  <a:srgbClr val="000000"/>
                </a:solidFill>
                <a:latin typeface="Calibri"/>
              </a:rPr>
              <a:t>10/1/2024</a:t>
            </a:fld>
            <a:endParaRPr lang="en-US" sz="1200" b="0" strike="noStrike" spc="-1">
              <a:solidFill>
                <a:srgbClr val="000000"/>
              </a:solidFill>
              <a:latin typeface="Times New Roman"/>
            </a:endParaRPr>
          </a:p>
        </p:txBody>
      </p:sp>
      <p:sp>
        <p:nvSpPr>
          <p:cNvPr id="268" name="PlaceHolder 21"/>
          <p:cNvSpPr>
            <a:spLocks noGrp="1" noRot="1" noChangeAspect="1"/>
          </p:cNvSpPr>
          <p:nvPr>
            <p:ph type="sldImg"/>
          </p:nvPr>
        </p:nvSpPr>
        <p:spPr>
          <a:xfrm>
            <a:off x="870120" y="1257480"/>
            <a:ext cx="6032520" cy="3394080"/>
          </a:xfrm>
          <a:prstGeom prst="rect">
            <a:avLst/>
          </a:prstGeom>
          <a:noFill/>
          <a:ln w="12600">
            <a:noFill/>
          </a:ln>
        </p:spPr>
        <p:txBody>
          <a:bodyPr lIns="0" tIns="0" rIns="0" bIns="0" anchor="ctr">
            <a:noAutofit/>
          </a:bodyPr>
          <a:lstStyle/>
          <a:p>
            <a:pPr indent="0" algn="ctr">
              <a:buNone/>
            </a:pPr>
            <a:r>
              <a:rPr lang="en-US" sz="4400" b="0" strike="noStrike" spc="-1">
                <a:solidFill>
                  <a:srgbClr val="000000"/>
                </a:solidFill>
                <a:latin typeface="Arial"/>
              </a:rPr>
              <a:t>Click to move the slide</a:t>
            </a:r>
          </a:p>
        </p:txBody>
      </p:sp>
      <p:sp>
        <p:nvSpPr>
          <p:cNvPr id="269" name="PlaceHolder 22"/>
          <p:cNvSpPr>
            <a:spLocks noGrp="1"/>
          </p:cNvSpPr>
          <p:nvPr>
            <p:ph type="body"/>
          </p:nvPr>
        </p:nvSpPr>
        <p:spPr>
          <a:xfrm>
            <a:off x="777960" y="4840200"/>
            <a:ext cx="6216480" cy="3960720"/>
          </a:xfrm>
          <a:prstGeom prst="rect">
            <a:avLst/>
          </a:prstGeom>
          <a:noFill/>
          <a:ln w="12600">
            <a:noFill/>
          </a:ln>
        </p:spPr>
        <p:txBody>
          <a:bodyPr lIns="91440" tIns="45720" rIns="91440" bIns="45720" anchor="t">
            <a:noAutofit/>
          </a:bodyPr>
          <a:lstStyle/>
          <a:p>
            <a:pPr marL="216000" indent="-216000">
              <a:lnSpc>
                <a:spcPct val="100000"/>
              </a:lnSpc>
              <a:buNone/>
            </a:pPr>
            <a:r>
              <a:rPr lang="en-US" sz="2000" b="0" strike="noStrike" spc="-1">
                <a:solidFill>
                  <a:srgbClr val="000000"/>
                </a:solidFill>
                <a:latin typeface="Arial"/>
                <a:ea typeface="Microsoft YaHei"/>
              </a:rPr>
              <a:t>Click to edit Master text styles</a:t>
            </a:r>
            <a:endParaRPr lang="en-US" sz="2000" b="0" strike="noStrike" spc="-1">
              <a:solidFill>
                <a:srgbClr val="000000"/>
              </a:solidFill>
              <a:latin typeface="Arial"/>
            </a:endParaRPr>
          </a:p>
          <a:p>
            <a:pPr marL="457200" lvl="1" indent="0">
              <a:lnSpc>
                <a:spcPct val="100000"/>
              </a:lnSpc>
            </a:pPr>
            <a:r>
              <a:rPr lang="en-US" sz="1200" b="0" strike="noStrike" spc="-1">
                <a:solidFill>
                  <a:srgbClr val="000000"/>
                </a:solidFill>
                <a:latin typeface="Calibri"/>
              </a:rPr>
              <a:t>Second level</a:t>
            </a:r>
            <a:endParaRPr lang="en-US" sz="1200" b="0" strike="noStrike" spc="-1">
              <a:solidFill>
                <a:srgbClr val="000000"/>
              </a:solidFill>
              <a:latin typeface="Arial"/>
            </a:endParaRPr>
          </a:p>
          <a:p>
            <a:pPr marL="914400" lvl="2" indent="0">
              <a:lnSpc>
                <a:spcPct val="100000"/>
              </a:lnSpc>
            </a:pPr>
            <a:r>
              <a:rPr lang="en-US" sz="1200" b="0" strike="noStrike" spc="-1">
                <a:solidFill>
                  <a:srgbClr val="000000"/>
                </a:solidFill>
                <a:latin typeface="Calibri"/>
              </a:rPr>
              <a:t>Third level</a:t>
            </a:r>
            <a:endParaRPr lang="en-US" sz="1200" b="0" strike="noStrike" spc="-1">
              <a:solidFill>
                <a:srgbClr val="000000"/>
              </a:solidFill>
              <a:latin typeface="Arial"/>
            </a:endParaRPr>
          </a:p>
          <a:p>
            <a:pPr marL="1371600" lvl="3" indent="0">
              <a:lnSpc>
                <a:spcPct val="100000"/>
              </a:lnSpc>
            </a:pPr>
            <a:r>
              <a:rPr lang="en-US" sz="1200" b="0" strike="noStrike" spc="-1">
                <a:solidFill>
                  <a:srgbClr val="000000"/>
                </a:solidFill>
                <a:latin typeface="Calibri"/>
              </a:rPr>
              <a:t>Fourth level</a:t>
            </a:r>
            <a:endParaRPr lang="en-US" sz="1200" b="0" strike="noStrike" spc="-1">
              <a:solidFill>
                <a:srgbClr val="000000"/>
              </a:solidFill>
              <a:latin typeface="Arial"/>
            </a:endParaRPr>
          </a:p>
          <a:p>
            <a:pPr marL="1828800" lvl="4" indent="0">
              <a:lnSpc>
                <a:spcPct val="100000"/>
              </a:lnSpc>
            </a:pPr>
            <a:r>
              <a:rPr lang="en-US" sz="1200" b="0" strike="noStrike" spc="-1">
                <a:solidFill>
                  <a:srgbClr val="000000"/>
                </a:solidFill>
                <a:latin typeface="Calibri"/>
              </a:rPr>
              <a:t>Fifth level</a:t>
            </a:r>
            <a:endParaRPr lang="en-US" sz="1200" b="0" strike="noStrike" spc="-1">
              <a:solidFill>
                <a:srgbClr val="000000"/>
              </a:solidFill>
              <a:latin typeface="Arial"/>
            </a:endParaRPr>
          </a:p>
        </p:txBody>
      </p:sp>
      <p:sp>
        <p:nvSpPr>
          <p:cNvPr id="270" name="PlaceHolder 23"/>
          <p:cNvSpPr>
            <a:spLocks noGrp="1"/>
          </p:cNvSpPr>
          <p:nvPr>
            <p:ph type="ftr" idx="11"/>
          </p:nvPr>
        </p:nvSpPr>
        <p:spPr>
          <a:xfrm>
            <a:off x="0" y="9553680"/>
            <a:ext cx="3368520" cy="504720"/>
          </a:xfrm>
          <a:prstGeom prst="rect">
            <a:avLst/>
          </a:prstGeom>
          <a:noFill/>
          <a:ln w="12600">
            <a:noFill/>
          </a:ln>
        </p:spPr>
        <p:txBody>
          <a:bodyPr lIns="91440" tIns="45720" rIns="91440" bIns="45720" anchor="b">
            <a:noAutofit/>
          </a:bodyPr>
          <a:lstStyle/>
          <a:p>
            <a:pPr indent="0">
              <a:buNone/>
            </a:pPr>
            <a:endParaRPr lang="en-US" sz="2400" b="0" strike="noStrike" spc="-1">
              <a:solidFill>
                <a:srgbClr val="000000"/>
              </a:solidFill>
              <a:latin typeface="Times New Roman"/>
            </a:endParaRPr>
          </a:p>
        </p:txBody>
      </p:sp>
      <p:sp>
        <p:nvSpPr>
          <p:cNvPr id="271" name="PlaceHolder 24"/>
          <p:cNvSpPr>
            <a:spLocks noGrp="1"/>
          </p:cNvSpPr>
          <p:nvPr>
            <p:ph type="sldNum" idx="12"/>
          </p:nvPr>
        </p:nvSpPr>
        <p:spPr>
          <a:xfrm>
            <a:off x="4402080" y="9553680"/>
            <a:ext cx="3368520" cy="504720"/>
          </a:xfrm>
          <a:prstGeom prst="rect">
            <a:avLst/>
          </a:prstGeom>
          <a:noFill/>
          <a:ln w="12600">
            <a:noFill/>
          </a:ln>
        </p:spPr>
        <p:txBody>
          <a:bodyPr lIns="91440" tIns="45720" rIns="91440" bIns="45720" anchor="b">
            <a:noAutofit/>
          </a:bodyPr>
          <a:lstStyle>
            <a:lvl1pPr indent="0" algn="r">
              <a:lnSpc>
                <a:spcPct val="100000"/>
              </a:lnSpc>
              <a:buNone/>
              <a:defRPr lang="en-US" sz="1200" b="0" strike="noStrike" spc="-1">
                <a:solidFill>
                  <a:srgbClr val="000000"/>
                </a:solidFill>
                <a:latin typeface="Calibri"/>
              </a:defRPr>
            </a:lvl1pPr>
          </a:lstStyle>
          <a:p>
            <a:pPr indent="0" algn="r">
              <a:lnSpc>
                <a:spcPct val="100000"/>
              </a:lnSpc>
              <a:buNone/>
            </a:pPr>
            <a:fld id="{9C20AC4A-ACBF-4177-B250-D4298AB490B3}" type="slidenum">
              <a:rPr lang="en-US" sz="1200" b="0" strike="noStrike" spc="-1">
                <a:solidFill>
                  <a:srgbClr val="000000"/>
                </a:solidFill>
                <a:latin typeface="Calibri"/>
              </a:rPr>
              <a:t>‹#›</a:t>
            </a:fld>
            <a:endParaRPr lang="en-US" sz="1200" b="0" strike="noStrike" spc="-1">
              <a:solidFill>
                <a:srgbClr val="000000"/>
              </a:solidFill>
              <a:latin typeface="Times New Roman"/>
            </a:endParaRPr>
          </a:p>
        </p:txBody>
      </p:sp>
      <p:sp>
        <p:nvSpPr>
          <p:cNvPr id="272" name="PlaceHolder 25"/>
          <p:cNvSpPr>
            <a:spLocks noGrp="1"/>
          </p:cNvSpPr>
          <p:nvPr>
            <p:ph type="hdr"/>
          </p:nvPr>
        </p:nvSpPr>
        <p:spPr>
          <a:xfrm>
            <a:off x="0" y="0"/>
            <a:ext cx="3368520" cy="504720"/>
          </a:xfrm>
          <a:prstGeom prst="rect">
            <a:avLst/>
          </a:prstGeom>
          <a:noFill/>
          <a:ln w="12600">
            <a:noFill/>
          </a:ln>
        </p:spPr>
        <p:txBody>
          <a:bodyPr lIns="91440" tIns="45720" rIns="91440" bIns="45720" anchor="t">
            <a:noAutofit/>
          </a:bodyPr>
          <a:lstStyle/>
          <a:p>
            <a:pPr indent="0">
              <a:buNone/>
            </a:pPr>
            <a:endParaRPr lang="en-US" sz="2400" b="0" strike="noStrike" spc="-1">
              <a:solidFill>
                <a:srgbClr val="000000"/>
              </a:solidFill>
              <a:latin typeface="Times New Roman"/>
            </a:endParaRPr>
          </a:p>
        </p:txBody>
      </p:sp>
      <p:sp>
        <p:nvSpPr>
          <p:cNvPr id="273" name="PlaceHolder 26"/>
          <p:cNvSpPr>
            <a:spLocks noGrp="1"/>
          </p:cNvSpPr>
          <p:nvPr>
            <p:ph type="dt" idx="13"/>
          </p:nvPr>
        </p:nvSpPr>
        <p:spPr>
          <a:xfrm>
            <a:off x="4402080" y="0"/>
            <a:ext cx="3368520" cy="504720"/>
          </a:xfrm>
          <a:prstGeom prst="rect">
            <a:avLst/>
          </a:prstGeom>
          <a:noFill/>
          <a:ln w="12600">
            <a:noFill/>
          </a:ln>
        </p:spPr>
        <p:txBody>
          <a:bodyPr lIns="91440" tIns="45720" rIns="91440" bIns="45720" anchor="t">
            <a:noAutofit/>
          </a:bodyPr>
          <a:lstStyle>
            <a:lvl1pPr indent="0" algn="r">
              <a:lnSpc>
                <a:spcPct val="100000"/>
              </a:lnSpc>
              <a:buNone/>
              <a:defRPr lang="en-US" sz="1200" b="0" strike="noStrike" spc="-1">
                <a:solidFill>
                  <a:srgbClr val="000000"/>
                </a:solidFill>
                <a:latin typeface="Calibri"/>
              </a:defRPr>
            </a:lvl1pPr>
          </a:lstStyle>
          <a:p>
            <a:pPr indent="0" algn="r">
              <a:lnSpc>
                <a:spcPct val="100000"/>
              </a:lnSpc>
              <a:buNone/>
            </a:pPr>
            <a:fld id="{A23FA1C6-6DB7-4067-8DFE-34043E183175}" type="datetime">
              <a:rPr lang="en-US" sz="1200" b="0" strike="noStrike" spc="-1">
                <a:solidFill>
                  <a:srgbClr val="000000"/>
                </a:solidFill>
                <a:latin typeface="Calibri"/>
              </a:rPr>
              <a:t>10/1/2024</a:t>
            </a:fld>
            <a:endParaRPr lang="en-US" sz="1200" b="0" strike="noStrike" spc="-1">
              <a:solidFill>
                <a:srgbClr val="000000"/>
              </a:solidFill>
              <a:latin typeface="Times New Roman"/>
            </a:endParaRPr>
          </a:p>
        </p:txBody>
      </p:sp>
      <p:sp>
        <p:nvSpPr>
          <p:cNvPr id="274" name="PlaceHolder 27"/>
          <p:cNvSpPr>
            <a:spLocks noGrp="1" noRot="1" noChangeAspect="1"/>
          </p:cNvSpPr>
          <p:nvPr>
            <p:ph type="sldImg"/>
          </p:nvPr>
        </p:nvSpPr>
        <p:spPr>
          <a:xfrm>
            <a:off x="870120" y="1257480"/>
            <a:ext cx="6032520" cy="3394080"/>
          </a:xfrm>
          <a:prstGeom prst="rect">
            <a:avLst/>
          </a:prstGeom>
          <a:noFill/>
          <a:ln w="12600">
            <a:noFill/>
          </a:ln>
        </p:spPr>
        <p:txBody>
          <a:bodyPr lIns="0" tIns="0" rIns="0" bIns="0" anchor="ctr">
            <a:noAutofit/>
          </a:bodyPr>
          <a:lstStyle/>
          <a:p>
            <a:pPr indent="0" algn="ctr">
              <a:buNone/>
            </a:pPr>
            <a:r>
              <a:rPr lang="en-US" sz="4400" b="0" strike="noStrike" spc="-1">
                <a:solidFill>
                  <a:srgbClr val="000000"/>
                </a:solidFill>
                <a:latin typeface="Arial"/>
              </a:rPr>
              <a:t>Click to move the slide</a:t>
            </a:r>
          </a:p>
        </p:txBody>
      </p:sp>
      <p:sp>
        <p:nvSpPr>
          <p:cNvPr id="275" name="PlaceHolder 28"/>
          <p:cNvSpPr>
            <a:spLocks noGrp="1"/>
          </p:cNvSpPr>
          <p:nvPr>
            <p:ph type="body"/>
          </p:nvPr>
        </p:nvSpPr>
        <p:spPr>
          <a:xfrm>
            <a:off x="777960" y="4840200"/>
            <a:ext cx="6216480" cy="3960720"/>
          </a:xfrm>
          <a:prstGeom prst="rect">
            <a:avLst/>
          </a:prstGeom>
          <a:noFill/>
          <a:ln w="12600">
            <a:noFill/>
          </a:ln>
        </p:spPr>
        <p:txBody>
          <a:bodyPr lIns="91440" tIns="45720" rIns="91440" bIns="45720" anchor="t">
            <a:noAutofit/>
          </a:bodyPr>
          <a:lstStyle/>
          <a:p>
            <a:pPr marL="216000" indent="-216000">
              <a:lnSpc>
                <a:spcPct val="100000"/>
              </a:lnSpc>
              <a:buNone/>
            </a:pPr>
            <a:r>
              <a:rPr lang="en-US" sz="2000" b="0" strike="noStrike" spc="-1">
                <a:solidFill>
                  <a:srgbClr val="000000"/>
                </a:solidFill>
                <a:latin typeface="Arial"/>
                <a:ea typeface="Microsoft YaHei"/>
              </a:rPr>
              <a:t>Click to edit Master text styles</a:t>
            </a:r>
            <a:endParaRPr lang="en-US" sz="2000" b="0" strike="noStrike" spc="-1">
              <a:solidFill>
                <a:srgbClr val="000000"/>
              </a:solidFill>
              <a:latin typeface="Arial"/>
            </a:endParaRPr>
          </a:p>
          <a:p>
            <a:pPr marL="457200" lvl="1" indent="0">
              <a:lnSpc>
                <a:spcPct val="100000"/>
              </a:lnSpc>
            </a:pPr>
            <a:r>
              <a:rPr lang="en-US" sz="1200" b="0" strike="noStrike" spc="-1">
                <a:solidFill>
                  <a:srgbClr val="000000"/>
                </a:solidFill>
                <a:latin typeface="Calibri"/>
              </a:rPr>
              <a:t>Second level</a:t>
            </a:r>
            <a:endParaRPr lang="en-US" sz="1200" b="0" strike="noStrike" spc="-1">
              <a:solidFill>
                <a:srgbClr val="000000"/>
              </a:solidFill>
              <a:latin typeface="Arial"/>
            </a:endParaRPr>
          </a:p>
          <a:p>
            <a:pPr marL="914400" lvl="2" indent="0">
              <a:lnSpc>
                <a:spcPct val="100000"/>
              </a:lnSpc>
            </a:pPr>
            <a:r>
              <a:rPr lang="en-US" sz="1200" b="0" strike="noStrike" spc="-1">
                <a:solidFill>
                  <a:srgbClr val="000000"/>
                </a:solidFill>
                <a:latin typeface="Calibri"/>
              </a:rPr>
              <a:t>Third level</a:t>
            </a:r>
            <a:endParaRPr lang="en-US" sz="1200" b="0" strike="noStrike" spc="-1">
              <a:solidFill>
                <a:srgbClr val="000000"/>
              </a:solidFill>
              <a:latin typeface="Arial"/>
            </a:endParaRPr>
          </a:p>
          <a:p>
            <a:pPr marL="1371600" lvl="3" indent="0">
              <a:lnSpc>
                <a:spcPct val="100000"/>
              </a:lnSpc>
            </a:pPr>
            <a:r>
              <a:rPr lang="en-US" sz="1200" b="0" strike="noStrike" spc="-1">
                <a:solidFill>
                  <a:srgbClr val="000000"/>
                </a:solidFill>
                <a:latin typeface="Calibri"/>
              </a:rPr>
              <a:t>Fourth level</a:t>
            </a:r>
            <a:endParaRPr lang="en-US" sz="1200" b="0" strike="noStrike" spc="-1">
              <a:solidFill>
                <a:srgbClr val="000000"/>
              </a:solidFill>
              <a:latin typeface="Arial"/>
            </a:endParaRPr>
          </a:p>
          <a:p>
            <a:pPr marL="1828800" lvl="4" indent="0">
              <a:lnSpc>
                <a:spcPct val="100000"/>
              </a:lnSpc>
            </a:pPr>
            <a:r>
              <a:rPr lang="en-US" sz="1200" b="0" strike="noStrike" spc="-1">
                <a:solidFill>
                  <a:srgbClr val="000000"/>
                </a:solidFill>
                <a:latin typeface="Calibri"/>
              </a:rPr>
              <a:t>Fifth level</a:t>
            </a:r>
            <a:endParaRPr lang="en-US" sz="1200" b="0" strike="noStrike" spc="-1">
              <a:solidFill>
                <a:srgbClr val="000000"/>
              </a:solidFill>
              <a:latin typeface="Arial"/>
            </a:endParaRPr>
          </a:p>
        </p:txBody>
      </p:sp>
      <p:sp>
        <p:nvSpPr>
          <p:cNvPr id="276" name="PlaceHolder 29"/>
          <p:cNvSpPr>
            <a:spLocks noGrp="1"/>
          </p:cNvSpPr>
          <p:nvPr>
            <p:ph type="ftr" idx="14"/>
          </p:nvPr>
        </p:nvSpPr>
        <p:spPr>
          <a:xfrm>
            <a:off x="0" y="9553680"/>
            <a:ext cx="3368520" cy="504720"/>
          </a:xfrm>
          <a:prstGeom prst="rect">
            <a:avLst/>
          </a:prstGeom>
          <a:noFill/>
          <a:ln w="12600">
            <a:noFill/>
          </a:ln>
        </p:spPr>
        <p:txBody>
          <a:bodyPr lIns="91440" tIns="45720" rIns="91440" bIns="45720" anchor="b">
            <a:noAutofit/>
          </a:bodyPr>
          <a:lstStyle/>
          <a:p>
            <a:pPr indent="0">
              <a:buNone/>
            </a:pPr>
            <a:endParaRPr lang="en-US" sz="2400" b="0" strike="noStrike" spc="-1">
              <a:solidFill>
                <a:srgbClr val="000000"/>
              </a:solidFill>
              <a:latin typeface="Times New Roman"/>
            </a:endParaRPr>
          </a:p>
        </p:txBody>
      </p:sp>
      <p:sp>
        <p:nvSpPr>
          <p:cNvPr id="277" name="PlaceHolder 30"/>
          <p:cNvSpPr>
            <a:spLocks noGrp="1"/>
          </p:cNvSpPr>
          <p:nvPr>
            <p:ph type="sldNum" idx="15"/>
          </p:nvPr>
        </p:nvSpPr>
        <p:spPr>
          <a:xfrm>
            <a:off x="4402080" y="9553680"/>
            <a:ext cx="3368520" cy="504720"/>
          </a:xfrm>
          <a:prstGeom prst="rect">
            <a:avLst/>
          </a:prstGeom>
          <a:noFill/>
          <a:ln w="12600">
            <a:noFill/>
          </a:ln>
        </p:spPr>
        <p:txBody>
          <a:bodyPr lIns="91440" tIns="45720" rIns="91440" bIns="45720" anchor="b">
            <a:noAutofit/>
          </a:bodyPr>
          <a:lstStyle>
            <a:lvl1pPr indent="0" algn="r">
              <a:lnSpc>
                <a:spcPct val="100000"/>
              </a:lnSpc>
              <a:buNone/>
              <a:defRPr lang="en-US" sz="1200" b="0" strike="noStrike" spc="-1">
                <a:solidFill>
                  <a:srgbClr val="000000"/>
                </a:solidFill>
                <a:latin typeface="Calibri"/>
              </a:defRPr>
            </a:lvl1pPr>
          </a:lstStyle>
          <a:p>
            <a:pPr indent="0" algn="r">
              <a:lnSpc>
                <a:spcPct val="100000"/>
              </a:lnSpc>
              <a:buNone/>
            </a:pPr>
            <a:fld id="{AC06A608-1D46-480C-A913-0D8462940A45}" type="slidenum">
              <a:rPr lang="en-US" sz="1200" b="0" strike="noStrike" spc="-1">
                <a:solidFill>
                  <a:srgbClr val="000000"/>
                </a:solidFill>
                <a:latin typeface="Calibri"/>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Date Placeholder 2"/>
          <p:cNvSpPr txBox="1"/>
          <p:nvPr/>
        </p:nvSpPr>
        <p:spPr>
          <a:xfrm>
            <a:off x="4402080" y="0"/>
            <a:ext cx="3368520" cy="504720"/>
          </a:xfrm>
          <a:prstGeom prst="rect">
            <a:avLst/>
          </a:prstGeom>
          <a:noFill/>
          <a:ln w="0">
            <a:noFill/>
          </a:ln>
        </p:spPr>
        <p:txBody>
          <a:bodyPr anchor="t">
            <a:noAutofit/>
          </a:bodyPr>
          <a:lstStyle/>
          <a:p>
            <a:pPr algn="r">
              <a:lnSpc>
                <a:spcPct val="100000"/>
              </a:lnSpc>
            </a:pPr>
            <a:fld id="{900D828C-42E7-4AA7-88A5-80DA725A2C2A}" type="datetime">
              <a:rPr lang="en-US" sz="1200" b="0" strike="noStrike" spc="-1">
                <a:solidFill>
                  <a:srgbClr val="000000"/>
                </a:solidFill>
                <a:latin typeface="Calibri"/>
              </a:rPr>
              <a:t>10/1/2024</a:t>
            </a:fld>
            <a:endParaRPr lang="en-US" sz="1200" b="0" strike="noStrike" spc="-1">
              <a:solidFill>
                <a:srgbClr val="000000"/>
              </a:solidFill>
              <a:latin typeface="Arial"/>
            </a:endParaRPr>
          </a:p>
        </p:txBody>
      </p:sp>
      <p:sp>
        <p:nvSpPr>
          <p:cNvPr id="319" name="Slide Number Placeholder 12"/>
          <p:cNvSpPr txBox="1"/>
          <p:nvPr/>
        </p:nvSpPr>
        <p:spPr>
          <a:xfrm>
            <a:off x="4399200" y="9555480"/>
            <a:ext cx="3372840" cy="502560"/>
          </a:xfrm>
          <a:prstGeom prst="rect">
            <a:avLst/>
          </a:prstGeom>
          <a:noFill/>
          <a:ln w="0">
            <a:noFill/>
          </a:ln>
        </p:spPr>
        <p:txBody>
          <a:bodyPr lIns="0" tIns="0" rIns="0" bIns="0" anchor="b">
            <a:noAutofit/>
          </a:bodyPr>
          <a:lstStyle/>
          <a:p>
            <a:pPr algn="r">
              <a:lnSpc>
                <a:spcPct val="100000"/>
              </a:lnSpc>
            </a:pPr>
            <a:fld id="{CB0DE14B-0C8E-4701-BF93-8CBD81AA0332}" type="slidenum">
              <a:rPr lang="en-US" sz="1400" b="0" strike="noStrike" spc="-1">
                <a:solidFill>
                  <a:srgbClr val="000000"/>
                </a:solidFill>
                <a:latin typeface="Times New Roman"/>
                <a:ea typeface="Lucida Sans Unicode"/>
              </a:rPr>
              <a:t>1</a:t>
            </a:fld>
            <a:endParaRPr lang="en-US" sz="1400" b="0" strike="noStrike" spc="-1">
              <a:solidFill>
                <a:srgbClr val="000000"/>
              </a:solidFill>
              <a:latin typeface="Arial"/>
            </a:endParaRPr>
          </a:p>
        </p:txBody>
      </p:sp>
      <p:sp>
        <p:nvSpPr>
          <p:cNvPr id="320" name="Slide Number Placeholder 6"/>
          <p:cNvSpPr txBox="1"/>
          <p:nvPr/>
        </p:nvSpPr>
        <p:spPr>
          <a:xfrm>
            <a:off x="4399200" y="9555480"/>
            <a:ext cx="3372840" cy="502560"/>
          </a:xfrm>
          <a:prstGeom prst="rect">
            <a:avLst/>
          </a:prstGeom>
          <a:noFill/>
          <a:ln w="0">
            <a:noFill/>
          </a:ln>
        </p:spPr>
        <p:txBody>
          <a:bodyPr anchor="b">
            <a:noAutofit/>
          </a:bodyPr>
          <a:lstStyle/>
          <a:p>
            <a:pPr algn="r">
              <a:lnSpc>
                <a:spcPct val="100000"/>
              </a:lnSpc>
            </a:pPr>
            <a:fld id="{CA6EC189-C0C5-4C3A-9D0D-49B382C6BD53}" type="slidenum">
              <a:rPr lang="en-US" sz="1400" b="0" strike="noStrike" spc="-1">
                <a:solidFill>
                  <a:srgbClr val="000000"/>
                </a:solidFill>
                <a:latin typeface="Times New Roman"/>
                <a:ea typeface="Lucida Sans Unicode"/>
              </a:rPr>
              <a:t>1</a:t>
            </a:fld>
            <a:endParaRPr lang="en-US" sz="1400" b="0" strike="noStrike" spc="-1">
              <a:solidFill>
                <a:srgbClr val="000000"/>
              </a:solidFill>
              <a:latin typeface="Arial"/>
            </a:endParaRPr>
          </a:p>
        </p:txBody>
      </p:sp>
      <p:sp>
        <p:nvSpPr>
          <p:cNvPr id="321" name="PlaceHolder 1"/>
          <p:cNvSpPr>
            <a:spLocks noGrp="1" noRot="1" noChangeAspect="1"/>
          </p:cNvSpPr>
          <p:nvPr>
            <p:ph type="sldImg"/>
          </p:nvPr>
        </p:nvSpPr>
        <p:spPr>
          <a:xfrm>
            <a:off x="533400" y="763588"/>
            <a:ext cx="6705600" cy="3771900"/>
          </a:xfrm>
          <a:prstGeom prst="rect">
            <a:avLst/>
          </a:prstGeom>
          <a:ln w="0">
            <a:noFill/>
          </a:ln>
        </p:spPr>
      </p:sp>
      <p:sp>
        <p:nvSpPr>
          <p:cNvPr id="322" name="PlaceHolder 2"/>
          <p:cNvSpPr>
            <a:spLocks noGrp="1"/>
          </p:cNvSpPr>
          <p:nvPr>
            <p:ph type="body"/>
          </p:nvPr>
        </p:nvSpPr>
        <p:spPr>
          <a:xfrm>
            <a:off x="777240" y="4777560"/>
            <a:ext cx="6217560" cy="4525920"/>
          </a:xfrm>
          <a:prstGeom prst="rect">
            <a:avLst/>
          </a:prstGeom>
          <a:noFill/>
          <a:ln w="12600">
            <a:noFill/>
          </a:ln>
        </p:spPr>
        <p:txBody>
          <a:bodyPr lIns="0" tIns="0" rIns="0" bIns="0" anchor="t">
            <a:noAutofit/>
          </a:bodyPr>
          <a:lstStyle/>
          <a:p>
            <a:pPr marL="216000" indent="-216000">
              <a:buNone/>
            </a:pPr>
            <a:endParaRPr lang="en-US" sz="2000" b="0" strike="noStrike" spc="-1">
              <a:solidFill>
                <a:srgbClr val="000000"/>
              </a:solidFill>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Date Placeholder 2"/>
          <p:cNvSpPr txBox="1"/>
          <p:nvPr/>
        </p:nvSpPr>
        <p:spPr>
          <a:xfrm>
            <a:off x="4402080" y="0"/>
            <a:ext cx="3368520" cy="504720"/>
          </a:xfrm>
          <a:prstGeom prst="rect">
            <a:avLst/>
          </a:prstGeom>
          <a:noFill/>
          <a:ln w="0">
            <a:noFill/>
          </a:ln>
        </p:spPr>
        <p:txBody>
          <a:bodyPr anchor="t">
            <a:noAutofit/>
          </a:bodyPr>
          <a:lstStyle/>
          <a:p>
            <a:pPr algn="r">
              <a:lnSpc>
                <a:spcPct val="100000"/>
              </a:lnSpc>
            </a:pPr>
            <a:fld id="{13AF5618-2493-4F46-95BA-B57E1A4DE7B4}" type="datetime">
              <a:rPr lang="en-US" sz="1200" b="0" strike="noStrike" spc="-1">
                <a:solidFill>
                  <a:srgbClr val="000000"/>
                </a:solidFill>
                <a:latin typeface="Calibri"/>
              </a:rPr>
              <a:t>10/1/2024</a:t>
            </a:fld>
            <a:endParaRPr lang="en-US" sz="1200" b="0" strike="noStrike" spc="-1">
              <a:solidFill>
                <a:srgbClr val="000000"/>
              </a:solidFill>
              <a:latin typeface="Arial"/>
            </a:endParaRPr>
          </a:p>
        </p:txBody>
      </p:sp>
      <p:sp>
        <p:nvSpPr>
          <p:cNvPr id="324" name="Slide Number Placeholder 12"/>
          <p:cNvSpPr txBox="1"/>
          <p:nvPr/>
        </p:nvSpPr>
        <p:spPr>
          <a:xfrm>
            <a:off x="4399200" y="9555480"/>
            <a:ext cx="3372840" cy="502560"/>
          </a:xfrm>
          <a:prstGeom prst="rect">
            <a:avLst/>
          </a:prstGeom>
          <a:noFill/>
          <a:ln w="0">
            <a:noFill/>
          </a:ln>
        </p:spPr>
        <p:txBody>
          <a:bodyPr lIns="0" tIns="0" rIns="0" bIns="0" anchor="b">
            <a:noAutofit/>
          </a:bodyPr>
          <a:lstStyle/>
          <a:p>
            <a:pPr algn="r">
              <a:lnSpc>
                <a:spcPct val="100000"/>
              </a:lnSpc>
            </a:pPr>
            <a:fld id="{4552FB32-B038-436E-89C6-159127E7D32C}" type="slidenum">
              <a:rPr lang="en-US" sz="1400" b="0" strike="noStrike" spc="-1">
                <a:solidFill>
                  <a:srgbClr val="000000"/>
                </a:solidFill>
                <a:latin typeface="Times New Roman"/>
                <a:ea typeface="Lucida Sans Unicode"/>
              </a:rPr>
              <a:t>2</a:t>
            </a:fld>
            <a:endParaRPr lang="en-US" sz="1400" b="0" strike="noStrike" spc="-1">
              <a:solidFill>
                <a:srgbClr val="000000"/>
              </a:solidFill>
              <a:latin typeface="Arial"/>
            </a:endParaRPr>
          </a:p>
        </p:txBody>
      </p:sp>
      <p:sp>
        <p:nvSpPr>
          <p:cNvPr id="325" name="Slide Number Placeholder 6"/>
          <p:cNvSpPr txBox="1"/>
          <p:nvPr/>
        </p:nvSpPr>
        <p:spPr>
          <a:xfrm>
            <a:off x="4399200" y="9555480"/>
            <a:ext cx="3372840" cy="502560"/>
          </a:xfrm>
          <a:prstGeom prst="rect">
            <a:avLst/>
          </a:prstGeom>
          <a:noFill/>
          <a:ln w="0">
            <a:noFill/>
          </a:ln>
        </p:spPr>
        <p:txBody>
          <a:bodyPr anchor="b">
            <a:noAutofit/>
          </a:bodyPr>
          <a:lstStyle/>
          <a:p>
            <a:pPr algn="r">
              <a:lnSpc>
                <a:spcPct val="100000"/>
              </a:lnSpc>
            </a:pPr>
            <a:fld id="{5840D652-97EF-4D96-9435-037593E7A1ED}" type="slidenum">
              <a:rPr lang="en-US" sz="1400" b="0" strike="noStrike" spc="-1">
                <a:solidFill>
                  <a:srgbClr val="000000"/>
                </a:solidFill>
                <a:latin typeface="Times New Roman"/>
                <a:ea typeface="Lucida Sans Unicode"/>
              </a:rPr>
              <a:t>2</a:t>
            </a:fld>
            <a:endParaRPr lang="en-US" sz="1400" b="0" strike="noStrike" spc="-1">
              <a:solidFill>
                <a:srgbClr val="000000"/>
              </a:solidFill>
              <a:latin typeface="Arial"/>
            </a:endParaRPr>
          </a:p>
        </p:txBody>
      </p:sp>
      <p:sp>
        <p:nvSpPr>
          <p:cNvPr id="326" name="PlaceHolder 1"/>
          <p:cNvSpPr>
            <a:spLocks noGrp="1" noRot="1" noChangeAspect="1"/>
          </p:cNvSpPr>
          <p:nvPr>
            <p:ph type="sldImg"/>
          </p:nvPr>
        </p:nvSpPr>
        <p:spPr>
          <a:xfrm>
            <a:off x="533400" y="763588"/>
            <a:ext cx="6705600" cy="3771900"/>
          </a:xfrm>
          <a:prstGeom prst="rect">
            <a:avLst/>
          </a:prstGeom>
          <a:ln w="0">
            <a:noFill/>
          </a:ln>
        </p:spPr>
      </p:sp>
      <p:sp>
        <p:nvSpPr>
          <p:cNvPr id="327" name="PlaceHolder 2"/>
          <p:cNvSpPr>
            <a:spLocks noGrp="1"/>
          </p:cNvSpPr>
          <p:nvPr>
            <p:ph type="body"/>
          </p:nvPr>
        </p:nvSpPr>
        <p:spPr>
          <a:xfrm>
            <a:off x="777240" y="4777560"/>
            <a:ext cx="6217560" cy="4525920"/>
          </a:xfrm>
          <a:prstGeom prst="rect">
            <a:avLst/>
          </a:prstGeom>
          <a:noFill/>
          <a:ln w="12600">
            <a:noFill/>
          </a:ln>
        </p:spPr>
        <p:txBody>
          <a:bodyPr lIns="0" tIns="0" rIns="0" bIns="0" anchor="t">
            <a:noAutofit/>
          </a:bodyPr>
          <a:lstStyle/>
          <a:p>
            <a:pPr marL="216000" indent="-216000">
              <a:buNone/>
            </a:pPr>
            <a:endParaRPr lang="en-US" sz="2000" b="0" strike="noStrike" spc="-1" dirty="0">
              <a:solidFill>
                <a:srgbClr val="000000"/>
              </a:solidFill>
              <a:latin typeface="Arial"/>
            </a:endParaRPr>
          </a:p>
        </p:txBody>
      </p:sp>
    </p:spTree>
    <p:extLst>
      <p:ext uri="{BB962C8B-B14F-4D97-AF65-F5344CB8AC3E}">
        <p14:creationId xmlns:p14="http://schemas.microsoft.com/office/powerpoint/2010/main" val="24876306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Date Placeholder 2"/>
          <p:cNvSpPr txBox="1"/>
          <p:nvPr/>
        </p:nvSpPr>
        <p:spPr>
          <a:xfrm>
            <a:off x="4402080" y="0"/>
            <a:ext cx="3368520" cy="504720"/>
          </a:xfrm>
          <a:prstGeom prst="rect">
            <a:avLst/>
          </a:prstGeom>
          <a:noFill/>
          <a:ln w="0">
            <a:noFill/>
          </a:ln>
        </p:spPr>
        <p:txBody>
          <a:bodyPr anchor="t">
            <a:noAutofit/>
          </a:bodyPr>
          <a:lstStyle/>
          <a:p>
            <a:pPr algn="r">
              <a:lnSpc>
                <a:spcPct val="100000"/>
              </a:lnSpc>
            </a:pPr>
            <a:fld id="{13AF5618-2493-4F46-95BA-B57E1A4DE7B4}" type="datetime">
              <a:rPr lang="en-US" sz="1200" b="0" strike="noStrike" spc="-1">
                <a:solidFill>
                  <a:srgbClr val="000000"/>
                </a:solidFill>
                <a:latin typeface="Calibri"/>
              </a:rPr>
              <a:t>10/1/2024</a:t>
            </a:fld>
            <a:endParaRPr lang="en-US" sz="1200" b="0" strike="noStrike" spc="-1">
              <a:solidFill>
                <a:srgbClr val="000000"/>
              </a:solidFill>
              <a:latin typeface="Arial"/>
            </a:endParaRPr>
          </a:p>
        </p:txBody>
      </p:sp>
      <p:sp>
        <p:nvSpPr>
          <p:cNvPr id="324" name="Slide Number Placeholder 12"/>
          <p:cNvSpPr txBox="1"/>
          <p:nvPr/>
        </p:nvSpPr>
        <p:spPr>
          <a:xfrm>
            <a:off x="4399200" y="9555480"/>
            <a:ext cx="3372840" cy="502560"/>
          </a:xfrm>
          <a:prstGeom prst="rect">
            <a:avLst/>
          </a:prstGeom>
          <a:noFill/>
          <a:ln w="0">
            <a:noFill/>
          </a:ln>
        </p:spPr>
        <p:txBody>
          <a:bodyPr lIns="0" tIns="0" rIns="0" bIns="0" anchor="b">
            <a:noAutofit/>
          </a:bodyPr>
          <a:lstStyle/>
          <a:p>
            <a:pPr algn="r">
              <a:lnSpc>
                <a:spcPct val="100000"/>
              </a:lnSpc>
            </a:pPr>
            <a:fld id="{4552FB32-B038-436E-89C6-159127E7D32C}" type="slidenum">
              <a:rPr lang="en-US" sz="1400" b="0" strike="noStrike" spc="-1">
                <a:solidFill>
                  <a:srgbClr val="000000"/>
                </a:solidFill>
                <a:latin typeface="Times New Roman"/>
                <a:ea typeface="Lucida Sans Unicode"/>
              </a:rPr>
              <a:t>3</a:t>
            </a:fld>
            <a:endParaRPr lang="en-US" sz="1400" b="0" strike="noStrike" spc="-1">
              <a:solidFill>
                <a:srgbClr val="000000"/>
              </a:solidFill>
              <a:latin typeface="Arial"/>
            </a:endParaRPr>
          </a:p>
        </p:txBody>
      </p:sp>
      <p:sp>
        <p:nvSpPr>
          <p:cNvPr id="325" name="Slide Number Placeholder 6"/>
          <p:cNvSpPr txBox="1"/>
          <p:nvPr/>
        </p:nvSpPr>
        <p:spPr>
          <a:xfrm>
            <a:off x="4399200" y="9555480"/>
            <a:ext cx="3372840" cy="502560"/>
          </a:xfrm>
          <a:prstGeom prst="rect">
            <a:avLst/>
          </a:prstGeom>
          <a:noFill/>
          <a:ln w="0">
            <a:noFill/>
          </a:ln>
        </p:spPr>
        <p:txBody>
          <a:bodyPr anchor="b">
            <a:noAutofit/>
          </a:bodyPr>
          <a:lstStyle/>
          <a:p>
            <a:pPr algn="r">
              <a:lnSpc>
                <a:spcPct val="100000"/>
              </a:lnSpc>
            </a:pPr>
            <a:fld id="{5840D652-97EF-4D96-9435-037593E7A1ED}" type="slidenum">
              <a:rPr lang="en-US" sz="1400" b="0" strike="noStrike" spc="-1">
                <a:solidFill>
                  <a:srgbClr val="000000"/>
                </a:solidFill>
                <a:latin typeface="Times New Roman"/>
                <a:ea typeface="Lucida Sans Unicode"/>
              </a:rPr>
              <a:t>3</a:t>
            </a:fld>
            <a:endParaRPr lang="en-US" sz="1400" b="0" strike="noStrike" spc="-1">
              <a:solidFill>
                <a:srgbClr val="000000"/>
              </a:solidFill>
              <a:latin typeface="Arial"/>
            </a:endParaRPr>
          </a:p>
        </p:txBody>
      </p:sp>
      <p:sp>
        <p:nvSpPr>
          <p:cNvPr id="326" name="PlaceHolder 1"/>
          <p:cNvSpPr>
            <a:spLocks noGrp="1" noRot="1" noChangeAspect="1"/>
          </p:cNvSpPr>
          <p:nvPr>
            <p:ph type="sldImg"/>
          </p:nvPr>
        </p:nvSpPr>
        <p:spPr>
          <a:xfrm>
            <a:off x="533400" y="763588"/>
            <a:ext cx="6705600" cy="3771900"/>
          </a:xfrm>
          <a:prstGeom prst="rect">
            <a:avLst/>
          </a:prstGeom>
          <a:ln w="0">
            <a:noFill/>
          </a:ln>
        </p:spPr>
      </p:sp>
      <p:sp>
        <p:nvSpPr>
          <p:cNvPr id="327" name="PlaceHolder 2"/>
          <p:cNvSpPr>
            <a:spLocks noGrp="1"/>
          </p:cNvSpPr>
          <p:nvPr>
            <p:ph type="body"/>
          </p:nvPr>
        </p:nvSpPr>
        <p:spPr>
          <a:xfrm>
            <a:off x="777240" y="4777560"/>
            <a:ext cx="6217560" cy="4525920"/>
          </a:xfrm>
          <a:prstGeom prst="rect">
            <a:avLst/>
          </a:prstGeom>
          <a:noFill/>
          <a:ln w="12600">
            <a:noFill/>
          </a:ln>
        </p:spPr>
        <p:txBody>
          <a:bodyPr lIns="0" tIns="0" rIns="0" bIns="0" anchor="t">
            <a:noAutofit/>
          </a:bodyPr>
          <a:lstStyle/>
          <a:p>
            <a:pPr marL="216000" indent="-216000">
              <a:buNone/>
            </a:pPr>
            <a:endParaRPr lang="en-US" sz="2000" b="0" strike="noStrike" spc="-1">
              <a:solidFill>
                <a:srgbClr val="000000"/>
              </a:solidFill>
              <a:latin typeface="Arial"/>
            </a:endParaRPr>
          </a:p>
        </p:txBody>
      </p:sp>
    </p:spTree>
    <p:extLst>
      <p:ext uri="{BB962C8B-B14F-4D97-AF65-F5344CB8AC3E}">
        <p14:creationId xmlns:p14="http://schemas.microsoft.com/office/powerpoint/2010/main" val="35550998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Date Placeholder 2"/>
          <p:cNvSpPr txBox="1"/>
          <p:nvPr/>
        </p:nvSpPr>
        <p:spPr>
          <a:xfrm>
            <a:off x="4402080" y="0"/>
            <a:ext cx="3368520" cy="504720"/>
          </a:xfrm>
          <a:prstGeom prst="rect">
            <a:avLst/>
          </a:prstGeom>
          <a:noFill/>
          <a:ln w="0">
            <a:noFill/>
          </a:ln>
        </p:spPr>
        <p:txBody>
          <a:bodyPr anchor="t">
            <a:noAutofit/>
          </a:bodyPr>
          <a:lstStyle/>
          <a:p>
            <a:pPr algn="r">
              <a:lnSpc>
                <a:spcPct val="100000"/>
              </a:lnSpc>
            </a:pPr>
            <a:fld id="{5DF97C86-0A04-4EAB-9235-384698670C1D}" type="datetime">
              <a:rPr lang="en-US" sz="1200" b="0" strike="noStrike" spc="-1">
                <a:solidFill>
                  <a:srgbClr val="000000"/>
                </a:solidFill>
                <a:latin typeface="Calibri"/>
              </a:rPr>
              <a:t>10/1/2024</a:t>
            </a:fld>
            <a:endParaRPr lang="en-US" sz="1200" b="0" strike="noStrike" spc="-1">
              <a:solidFill>
                <a:srgbClr val="000000"/>
              </a:solidFill>
              <a:latin typeface="Arial"/>
            </a:endParaRPr>
          </a:p>
        </p:txBody>
      </p:sp>
      <p:sp>
        <p:nvSpPr>
          <p:cNvPr id="349" name="Slide Number Placeholder 12"/>
          <p:cNvSpPr txBox="1"/>
          <p:nvPr/>
        </p:nvSpPr>
        <p:spPr>
          <a:xfrm>
            <a:off x="4399200" y="9555480"/>
            <a:ext cx="3372840" cy="502560"/>
          </a:xfrm>
          <a:prstGeom prst="rect">
            <a:avLst/>
          </a:prstGeom>
          <a:noFill/>
          <a:ln w="0">
            <a:noFill/>
          </a:ln>
        </p:spPr>
        <p:txBody>
          <a:bodyPr lIns="0" tIns="0" rIns="0" bIns="0" anchor="b">
            <a:noAutofit/>
          </a:bodyPr>
          <a:lstStyle/>
          <a:p>
            <a:pPr algn="r">
              <a:lnSpc>
                <a:spcPct val="100000"/>
              </a:lnSpc>
            </a:pPr>
            <a:fld id="{36990092-6831-4565-8DFC-B750641B1AF9}" type="slidenum">
              <a:rPr lang="en-US" sz="1400" b="0" strike="noStrike" spc="-1">
                <a:solidFill>
                  <a:srgbClr val="000000"/>
                </a:solidFill>
                <a:latin typeface="Times New Roman"/>
                <a:ea typeface="Lucida Sans Unicode"/>
              </a:rPr>
              <a:t>4</a:t>
            </a:fld>
            <a:endParaRPr lang="en-US" sz="1400" b="0" strike="noStrike" spc="-1">
              <a:solidFill>
                <a:srgbClr val="000000"/>
              </a:solidFill>
              <a:latin typeface="Arial"/>
            </a:endParaRPr>
          </a:p>
        </p:txBody>
      </p:sp>
      <p:sp>
        <p:nvSpPr>
          <p:cNvPr id="350" name="Slide Number Placeholder 6"/>
          <p:cNvSpPr txBox="1"/>
          <p:nvPr/>
        </p:nvSpPr>
        <p:spPr>
          <a:xfrm>
            <a:off x="4399200" y="9555480"/>
            <a:ext cx="3372840" cy="502560"/>
          </a:xfrm>
          <a:prstGeom prst="rect">
            <a:avLst/>
          </a:prstGeom>
          <a:noFill/>
          <a:ln w="0">
            <a:noFill/>
          </a:ln>
        </p:spPr>
        <p:txBody>
          <a:bodyPr anchor="b">
            <a:noAutofit/>
          </a:bodyPr>
          <a:lstStyle/>
          <a:p>
            <a:pPr algn="r">
              <a:lnSpc>
                <a:spcPct val="100000"/>
              </a:lnSpc>
            </a:pPr>
            <a:fld id="{811DCEDB-33D8-491F-84A0-F387E5DFD1AD}" type="slidenum">
              <a:rPr lang="en-US" sz="1400" b="0" strike="noStrike" spc="-1">
                <a:solidFill>
                  <a:srgbClr val="000000"/>
                </a:solidFill>
                <a:latin typeface="Times New Roman"/>
                <a:ea typeface="Lucida Sans Unicode"/>
              </a:rPr>
              <a:t>4</a:t>
            </a:fld>
            <a:endParaRPr lang="en-US" sz="1400" b="0" strike="noStrike" spc="-1">
              <a:solidFill>
                <a:srgbClr val="000000"/>
              </a:solidFill>
              <a:latin typeface="Arial"/>
            </a:endParaRPr>
          </a:p>
        </p:txBody>
      </p:sp>
      <p:sp>
        <p:nvSpPr>
          <p:cNvPr id="351" name="PlaceHolder 1"/>
          <p:cNvSpPr>
            <a:spLocks noGrp="1" noRot="1" noChangeAspect="1"/>
          </p:cNvSpPr>
          <p:nvPr>
            <p:ph type="sldImg"/>
          </p:nvPr>
        </p:nvSpPr>
        <p:spPr>
          <a:xfrm>
            <a:off x="533400" y="763588"/>
            <a:ext cx="6704013" cy="3771900"/>
          </a:xfrm>
          <a:prstGeom prst="rect">
            <a:avLst/>
          </a:prstGeom>
          <a:ln w="0">
            <a:noFill/>
          </a:ln>
        </p:spPr>
      </p:sp>
      <p:sp>
        <p:nvSpPr>
          <p:cNvPr id="352" name="PlaceHolder 2"/>
          <p:cNvSpPr>
            <a:spLocks noGrp="1"/>
          </p:cNvSpPr>
          <p:nvPr>
            <p:ph type="body"/>
          </p:nvPr>
        </p:nvSpPr>
        <p:spPr>
          <a:xfrm>
            <a:off x="777240" y="4777560"/>
            <a:ext cx="6217560" cy="4525920"/>
          </a:xfrm>
          <a:prstGeom prst="rect">
            <a:avLst/>
          </a:prstGeom>
          <a:noFill/>
          <a:ln w="12600">
            <a:noFill/>
          </a:ln>
        </p:spPr>
        <p:txBody>
          <a:bodyPr lIns="0" tIns="0" rIns="0" bIns="0" anchor="t">
            <a:noAutofit/>
          </a:bodyPr>
          <a:lstStyle/>
          <a:p>
            <a:pPr marL="216000" indent="-216000">
              <a:buNone/>
            </a:pPr>
            <a:endParaRPr lang="en-US" sz="2000" b="0" strike="noStrike" spc="-1">
              <a:solidFill>
                <a:srgbClr val="000000"/>
              </a:solidFill>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Master1-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1-Layout7-blank-Blank">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Master2-Layout7-blank-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5BAF4-A23D-3EF7-FEF9-DF365A1C13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D7E239-FBE3-3388-F936-C28B9A3E0B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885041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8F211-C8BC-B937-3456-48E608F773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ED96B4-95C2-2D57-5AB0-712AD32D90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888179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4ACE3-FD49-3337-D200-77E7606613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19D53E-00B2-3EA5-5E57-84255C436E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950217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C2450-9C68-6EA6-2E46-EB53980C58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A4DA75-BBD0-1E4D-2B34-4C08D57D78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045842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3.jpe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6.xml"/><Relationship Id="rId4" Type="http://schemas.openxmlformats.org/officeDocument/2006/relationships/image" Target="../media/image3.jpe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7.xml"/><Relationship Id="rId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14"/>
          <p:cNvPicPr/>
          <p:nvPr/>
        </p:nvPicPr>
        <p:blipFill>
          <a:blip r:embed="rId3"/>
          <a:stretch/>
        </p:blipFill>
        <p:spPr>
          <a:xfrm>
            <a:off x="8295840" y="6229080"/>
            <a:ext cx="1685880" cy="505440"/>
          </a:xfrm>
          <a:prstGeom prst="rect">
            <a:avLst/>
          </a:prstGeom>
          <a:ln w="12600">
            <a:noFill/>
          </a:ln>
        </p:spPr>
      </p:pic>
      <p:sp>
        <p:nvSpPr>
          <p:cNvPr id="11" name="Rectangle 17"/>
          <p:cNvSpPr/>
          <p:nvPr/>
        </p:nvSpPr>
        <p:spPr>
          <a:xfrm rot="5400000">
            <a:off x="-205200" y="378360"/>
            <a:ext cx="833040" cy="76320"/>
          </a:xfrm>
          <a:custGeom>
            <a:avLst/>
            <a:gdLst>
              <a:gd name="textAreaLeft" fmla="*/ 0 w 833040"/>
              <a:gd name="textAreaRight" fmla="*/ 833400 w 833040"/>
              <a:gd name="textAreaTop" fmla="*/ 0 h 76320"/>
              <a:gd name="textAreaBottom" fmla="*/ 76320 h 763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FFCB05"/>
              </a:gs>
              <a:gs pos="100000">
                <a:srgbClr val="EE3D85"/>
              </a:gs>
            </a:gsLst>
            <a:lin ang="5400000"/>
          </a:gra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endParaRPr lang="en-US" sz="1800" b="0" strike="noStrike" spc="-1">
              <a:solidFill>
                <a:srgbClr val="000000"/>
              </a:solidFill>
              <a:latin typeface="Arial"/>
            </a:endParaRPr>
          </a:p>
        </p:txBody>
      </p:sp>
      <p:sp>
        <p:nvSpPr>
          <p:cNvPr id="2" name="Text Placeholder 4"/>
          <p:cNvSpPr/>
          <p:nvPr/>
        </p:nvSpPr>
        <p:spPr>
          <a:xfrm>
            <a:off x="6216840" y="6522480"/>
            <a:ext cx="1613880" cy="286920"/>
          </a:xfrm>
          <a:custGeom>
            <a:avLst/>
            <a:gdLst>
              <a:gd name="textAreaLeft" fmla="*/ 0 w 1613880"/>
              <a:gd name="textAreaRight" fmla="*/ 1614240 w 1613880"/>
              <a:gd name="textAreaTop" fmla="*/ 0 h 286920"/>
              <a:gd name="textAreaBottom" fmla="*/ 287280 h 286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r>
              <a:rPr lang="en-US" sz="1070" b="0" strike="noStrike" spc="-1">
                <a:solidFill>
                  <a:srgbClr val="000000"/>
                </a:solidFill>
                <a:latin typeface="Calibri"/>
                <a:ea typeface="Microsoft YaHei"/>
              </a:rPr>
              <a:t>Confidential</a:t>
            </a:r>
            <a:endParaRPr lang="en-US" sz="1070" b="0" strike="noStrike" spc="-1">
              <a:solidFill>
                <a:srgbClr val="000000"/>
              </a:solidFill>
              <a:latin typeface="Arial"/>
            </a:endParaRPr>
          </a:p>
        </p:txBody>
      </p:sp>
      <p:sp>
        <p:nvSpPr>
          <p:cNvPr id="3" name="Rectangle 71"/>
          <p:cNvSpPr/>
          <p:nvPr/>
        </p:nvSpPr>
        <p:spPr>
          <a:xfrm>
            <a:off x="5895720" y="6485760"/>
            <a:ext cx="400320" cy="360000"/>
          </a:xfrm>
          <a:custGeom>
            <a:avLst/>
            <a:gdLst>
              <a:gd name="textAreaLeft" fmla="*/ 0 w 400320"/>
              <a:gd name="textAreaRight" fmla="*/ 400680 w 400320"/>
              <a:gd name="textAreaTop" fmla="*/ 0 h 360000"/>
              <a:gd name="textAreaBottom" fmla="*/ 360360 h 36000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anchor="ctr" anchorCtr="1">
            <a:noAutofit/>
          </a:bodyPr>
          <a:lstStyle/>
          <a:p>
            <a:pPr algn="ctr">
              <a:lnSpc>
                <a:spcPct val="100000"/>
              </a:lnSpc>
            </a:pPr>
            <a:fld id="{F542A4F3-0EE9-4504-A7E6-2498B081CE9C}" type="slidenum">
              <a:rPr lang="en-US" sz="1070" b="1" strike="noStrike" spc="-1">
                <a:solidFill>
                  <a:srgbClr val="000000"/>
                </a:solidFill>
                <a:latin typeface="Calibri"/>
                <a:ea typeface="Microsoft YaHei"/>
              </a:rPr>
              <a:t>‹#›</a:t>
            </a:fld>
            <a:endParaRPr lang="en-US" sz="1070" b="0" strike="noStrike" spc="-1">
              <a:solidFill>
                <a:srgbClr val="000000"/>
              </a:solidFill>
              <a:latin typeface="Arial"/>
            </a:endParaRPr>
          </a:p>
        </p:txBody>
      </p:sp>
      <p:sp>
        <p:nvSpPr>
          <p:cNvPr id="4" name="Straight Connector 63"/>
          <p:cNvSpPr/>
          <p:nvPr/>
        </p:nvSpPr>
        <p:spPr>
          <a:xfrm>
            <a:off x="6249600" y="6593400"/>
            <a:ext cx="360" cy="169560"/>
          </a:xfrm>
          <a:custGeom>
            <a:avLst/>
            <a:gdLst>
              <a:gd name="textAreaLeft" fmla="*/ 0 w 360"/>
              <a:gd name="textAreaRight" fmla="*/ 720 w 360"/>
              <a:gd name="textAreaTop" fmla="*/ 0 h 169560"/>
              <a:gd name="textAreaBottom" fmla="*/ 169920 h 169560"/>
            </a:gdLst>
            <a:ahLst/>
            <a:cxnLst/>
            <a:rect l="textAreaLeft" t="textAreaTop" r="textAreaRight" b="textAreaBottom"/>
            <a:pathLst>
              <a:path w="21600" h="5097600">
                <a:moveTo>
                  <a:pt x="0" y="0"/>
                </a:moveTo>
                <a:lnTo>
                  <a:pt x="21600" y="5097600"/>
                </a:lnTo>
              </a:path>
            </a:pathLst>
          </a:custGeom>
          <a:noFill/>
          <a:ln w="9360">
            <a:solidFill>
              <a:srgbClr val="0070C0"/>
            </a:solidFill>
            <a:miter/>
          </a:ln>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800" b="0" strike="noStrike" spc="-1">
              <a:solidFill>
                <a:srgbClr val="000000"/>
              </a:solidFill>
              <a:latin typeface="Arial"/>
            </a:endParaRPr>
          </a:p>
        </p:txBody>
      </p:sp>
      <p:sp>
        <p:nvSpPr>
          <p:cNvPr id="5" name="Rectangle 3"/>
          <p:cNvSpPr/>
          <p:nvPr/>
        </p:nvSpPr>
        <p:spPr>
          <a:xfrm>
            <a:off x="10814040" y="4979160"/>
            <a:ext cx="1015920" cy="471240"/>
          </a:xfrm>
          <a:custGeom>
            <a:avLst/>
            <a:gdLst>
              <a:gd name="textAreaLeft" fmla="*/ 0 w 1015920"/>
              <a:gd name="textAreaRight" fmla="*/ 1016280 w 1015920"/>
              <a:gd name="textAreaTop" fmla="*/ 0 h 471240"/>
              <a:gd name="textAreaBottom" fmla="*/ 471600 h 47124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sp>
        <p:nvSpPr>
          <p:cNvPr id="6" name="Rectangle 4"/>
          <p:cNvSpPr/>
          <p:nvPr/>
        </p:nvSpPr>
        <p:spPr>
          <a:xfrm>
            <a:off x="10915200" y="6309000"/>
            <a:ext cx="860400" cy="414000"/>
          </a:xfrm>
          <a:custGeom>
            <a:avLst/>
            <a:gdLst>
              <a:gd name="textAreaLeft" fmla="*/ 0 w 860400"/>
              <a:gd name="textAreaRight" fmla="*/ 860760 w 860400"/>
              <a:gd name="textAreaTop" fmla="*/ 0 h 414000"/>
              <a:gd name="textAreaBottom" fmla="*/ 414360 h 41400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pic>
        <p:nvPicPr>
          <p:cNvPr id="7" name="Picture 2"/>
          <p:cNvPicPr/>
          <p:nvPr/>
        </p:nvPicPr>
        <p:blipFill>
          <a:blip r:embed="rId4"/>
          <a:stretch/>
        </p:blipFill>
        <p:spPr>
          <a:xfrm>
            <a:off x="10814040" y="6270480"/>
            <a:ext cx="860400" cy="526320"/>
          </a:xfrm>
          <a:prstGeom prst="rect">
            <a:avLst/>
          </a:prstGeom>
          <a:ln w="12600">
            <a:noFill/>
          </a:ln>
        </p:spPr>
      </p:pic>
      <p:sp>
        <p:nvSpPr>
          <p:cNvPr id="8" name="PlaceHolder 1"/>
          <p:cNvSpPr>
            <a:spLocks noGrp="1"/>
          </p:cNvSpPr>
          <p:nvPr>
            <p:ph type="title"/>
          </p:nvPr>
        </p:nvSpPr>
        <p:spPr>
          <a:xfrm>
            <a:off x="421560" y="60840"/>
            <a:ext cx="11403360" cy="642240"/>
          </a:xfrm>
          <a:prstGeom prst="rect">
            <a:avLst/>
          </a:prstGeom>
          <a:noFill/>
          <a:ln w="12600">
            <a:noFill/>
          </a:ln>
        </p:spPr>
        <p:txBody>
          <a:bodyPr lIns="90000" tIns="45000" rIns="90000" bIns="45000" anchor="t">
            <a:noAutofit/>
          </a:bodyPr>
          <a:lstStyle/>
          <a:p>
            <a:pPr indent="0">
              <a:lnSpc>
                <a:spcPct val="100000"/>
              </a:lnSpc>
              <a:buNone/>
            </a:pPr>
            <a:r>
              <a:rPr lang="en-US" sz="2800" b="0" strike="noStrike" spc="-1">
                <a:solidFill>
                  <a:srgbClr val="007DC5"/>
                </a:solidFill>
                <a:latin typeface="Calibri"/>
                <a:ea typeface="Microsoft YaHei"/>
              </a:rPr>
              <a:t>Click to edit the title text formatClick to edit Master title style</a:t>
            </a:r>
            <a:endParaRPr lang="en-US" sz="2800" b="0" strike="noStrike" spc="-1">
              <a:solidFill>
                <a:srgbClr val="000000"/>
              </a:solidFill>
              <a:latin typeface="Arial"/>
            </a:endParaRPr>
          </a:p>
        </p:txBody>
      </p:sp>
      <p:sp>
        <p:nvSpPr>
          <p:cNvPr id="9" name="PlaceHolder 2"/>
          <p:cNvSpPr>
            <a:spLocks noGrp="1"/>
          </p:cNvSpPr>
          <p:nvPr>
            <p:ph type="body"/>
          </p:nvPr>
        </p:nvSpPr>
        <p:spPr>
          <a:xfrm>
            <a:off x="421560" y="924840"/>
            <a:ext cx="11348640" cy="4525560"/>
          </a:xfrm>
          <a:prstGeom prst="rect">
            <a:avLst/>
          </a:prstGeom>
          <a:noFill/>
          <a:ln w="12600">
            <a:noFill/>
          </a:ln>
        </p:spPr>
        <p:txBody>
          <a:bodyPr lIns="90000" tIns="45000" rIns="90000" bIns="45000" anchor="t">
            <a:normAutofit fontScale="68743"/>
          </a:bodyPr>
          <a:lstStyle/>
          <a:p>
            <a:pPr marL="432000" indent="-324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Click to edit the outline text format</a:t>
            </a:r>
            <a:endParaRPr lang="en-US" sz="2000" b="0" strike="noStrike" spc="-1">
              <a:solidFill>
                <a:srgbClr val="000000"/>
              </a:solidFill>
              <a:latin typeface="Arial"/>
            </a:endParaRPr>
          </a:p>
          <a:p>
            <a:pPr marL="864000" lvl="1" indent="-324000">
              <a:lnSpc>
                <a:spcPct val="100000"/>
              </a:lnSpc>
              <a:spcAft>
                <a:spcPts val="1414"/>
              </a:spcAft>
              <a:buClr>
                <a:srgbClr val="000000"/>
              </a:buClr>
              <a:buSzPct val="75000"/>
              <a:buFont typeface="Symbol" charset="2"/>
              <a:buChar char=""/>
            </a:pPr>
            <a:r>
              <a:rPr lang="en-US" sz="2000" b="0" strike="noStrike" spc="-1">
                <a:solidFill>
                  <a:srgbClr val="404040"/>
                </a:solidFill>
                <a:latin typeface="Calibri"/>
                <a:ea typeface="Microsoft YaHei"/>
              </a:rPr>
              <a:t>Second Outline Level</a:t>
            </a:r>
            <a:endParaRPr lang="en-US" sz="2000" b="0" strike="noStrike" spc="-1">
              <a:solidFill>
                <a:srgbClr val="000000"/>
              </a:solidFill>
              <a:latin typeface="Arial"/>
            </a:endParaRPr>
          </a:p>
          <a:p>
            <a:pPr marL="1296000" lvl="2" indent="-288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Third Outline Level</a:t>
            </a:r>
            <a:endParaRPr lang="en-US" sz="2000" b="0" strike="noStrike" spc="-1">
              <a:solidFill>
                <a:srgbClr val="000000"/>
              </a:solidFill>
              <a:latin typeface="Arial"/>
            </a:endParaRPr>
          </a:p>
          <a:p>
            <a:pPr marL="1728000" lvl="3" indent="-216000">
              <a:lnSpc>
                <a:spcPct val="100000"/>
              </a:lnSpc>
              <a:spcAft>
                <a:spcPts val="1414"/>
              </a:spcAft>
              <a:buClr>
                <a:srgbClr val="000000"/>
              </a:buClr>
              <a:buSzPct val="75000"/>
              <a:buFont typeface="Symbol" charset="2"/>
              <a:buChar char=""/>
            </a:pPr>
            <a:r>
              <a:rPr lang="en-US" sz="2000" b="0" strike="noStrike" spc="-1">
                <a:solidFill>
                  <a:srgbClr val="404040"/>
                </a:solidFill>
                <a:latin typeface="Calibri"/>
                <a:ea typeface="Microsoft YaHei"/>
              </a:rPr>
              <a:t>Fourth Outline Level</a:t>
            </a:r>
            <a:endParaRPr lang="en-US" sz="2000" b="0" strike="noStrike" spc="-1">
              <a:solidFill>
                <a:srgbClr val="000000"/>
              </a:solidFill>
              <a:latin typeface="Arial"/>
            </a:endParaRPr>
          </a:p>
          <a:p>
            <a:pPr marL="2160000" lvl="4" indent="-216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Fifth Outline Level</a:t>
            </a:r>
            <a:endParaRPr lang="en-US" sz="2000" b="0" strike="noStrike" spc="-1">
              <a:solidFill>
                <a:srgbClr val="000000"/>
              </a:solidFill>
              <a:latin typeface="Arial"/>
            </a:endParaRPr>
          </a:p>
          <a:p>
            <a:pPr marL="2592000" lvl="5" indent="-216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Sixth Outline Level</a:t>
            </a:r>
            <a:endParaRPr lang="en-US" sz="2000" b="0" strike="noStrike" spc="-1">
              <a:solidFill>
                <a:srgbClr val="000000"/>
              </a:solidFill>
              <a:latin typeface="Arial"/>
            </a:endParaRPr>
          </a:p>
          <a:p>
            <a:pPr marL="3024000" lvl="6" indent="-216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Seventh Outline Level</a:t>
            </a:r>
            <a:endParaRPr lang="en-US" sz="2000" b="0" strike="noStrike" spc="-1">
              <a:solidFill>
                <a:srgbClr val="000000"/>
              </a:solidFill>
              <a:latin typeface="Arial"/>
            </a:endParaRPr>
          </a:p>
          <a:p>
            <a:pPr marL="3456000" lvl="7" indent="-216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Eighth Outline Level</a:t>
            </a:r>
            <a:endParaRPr lang="en-US" sz="2000" b="0" strike="noStrike" spc="-1">
              <a:solidFill>
                <a:srgbClr val="000000"/>
              </a:solidFill>
              <a:latin typeface="Arial"/>
            </a:endParaRPr>
          </a:p>
          <a:p>
            <a:pPr marL="3888000" lvl="8" indent="-216000">
              <a:lnSpc>
                <a:spcPct val="100000"/>
              </a:lnSpc>
              <a:spcBef>
                <a:spcPts val="283"/>
              </a:spcBef>
              <a:buClr>
                <a:srgbClr val="000000"/>
              </a:buClr>
              <a:buSzPct val="45000"/>
              <a:buFont typeface="Wingdings" charset="2"/>
              <a:buChar char=""/>
            </a:pPr>
            <a:r>
              <a:rPr lang="en-US" sz="2000" b="0" strike="noStrike" spc="-1">
                <a:solidFill>
                  <a:srgbClr val="404040"/>
                </a:solidFill>
                <a:latin typeface="Calibri"/>
                <a:ea typeface="Microsoft YaHei"/>
              </a:rPr>
              <a:t>Ninth Outline LevelEdit Master text styles</a:t>
            </a:r>
            <a:endParaRPr lang="en-US" sz="2000" b="0" strike="noStrike" spc="-1">
              <a:solidFill>
                <a:srgbClr val="000000"/>
              </a:solidFill>
              <a:latin typeface="Arial"/>
            </a:endParaRPr>
          </a:p>
          <a:p>
            <a:pPr marL="4320000" lvl="0" indent="-216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Second level</a:t>
            </a:r>
            <a:endParaRPr lang="en-US" sz="2000" b="0" strike="noStrike" spc="-1">
              <a:solidFill>
                <a:srgbClr val="000000"/>
              </a:solidFill>
              <a:latin typeface="Arial"/>
            </a:endParaRPr>
          </a:p>
          <a:p>
            <a:pPr marL="4320000" lvl="0" indent="-216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Third level</a:t>
            </a:r>
            <a:endParaRPr lang="en-US" sz="2000" b="0" strike="noStrike" spc="-1">
              <a:solidFill>
                <a:srgbClr val="000000"/>
              </a:solidFill>
              <a:latin typeface="Arial"/>
            </a:endParaRPr>
          </a:p>
          <a:p>
            <a:pPr marL="4320000" lvl="0" indent="-216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Fourth level</a:t>
            </a:r>
            <a:endParaRPr lang="en-US" sz="20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2" name="Picture 14"/>
          <p:cNvPicPr/>
          <p:nvPr/>
        </p:nvPicPr>
        <p:blipFill>
          <a:blip r:embed="rId3"/>
          <a:stretch/>
        </p:blipFill>
        <p:spPr>
          <a:xfrm>
            <a:off x="8295840" y="6229080"/>
            <a:ext cx="1685880" cy="505440"/>
          </a:xfrm>
          <a:prstGeom prst="rect">
            <a:avLst/>
          </a:prstGeom>
          <a:ln w="12600">
            <a:noFill/>
          </a:ln>
        </p:spPr>
      </p:pic>
      <p:sp>
        <p:nvSpPr>
          <p:cNvPr id="73" name="Rectangle 17"/>
          <p:cNvSpPr/>
          <p:nvPr/>
        </p:nvSpPr>
        <p:spPr>
          <a:xfrm rot="5400000">
            <a:off x="-205200" y="378360"/>
            <a:ext cx="833040" cy="76320"/>
          </a:xfrm>
          <a:custGeom>
            <a:avLst/>
            <a:gdLst>
              <a:gd name="textAreaLeft" fmla="*/ 0 w 833040"/>
              <a:gd name="textAreaRight" fmla="*/ 833400 w 833040"/>
              <a:gd name="textAreaTop" fmla="*/ 0 h 76320"/>
              <a:gd name="textAreaBottom" fmla="*/ 76320 h 763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FFCB05"/>
              </a:gs>
              <a:gs pos="100000">
                <a:srgbClr val="EE3D85"/>
              </a:gs>
            </a:gsLst>
            <a:lin ang="5400000"/>
          </a:gra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endParaRPr lang="en-US" sz="1800" b="0" strike="noStrike" spc="-1">
              <a:solidFill>
                <a:srgbClr val="000000"/>
              </a:solidFill>
              <a:latin typeface="Arial"/>
            </a:endParaRPr>
          </a:p>
        </p:txBody>
      </p:sp>
      <p:sp>
        <p:nvSpPr>
          <p:cNvPr id="74" name="Text Placeholder 4"/>
          <p:cNvSpPr/>
          <p:nvPr/>
        </p:nvSpPr>
        <p:spPr>
          <a:xfrm>
            <a:off x="6216840" y="6522480"/>
            <a:ext cx="1613880" cy="286920"/>
          </a:xfrm>
          <a:custGeom>
            <a:avLst/>
            <a:gdLst>
              <a:gd name="textAreaLeft" fmla="*/ 0 w 1613880"/>
              <a:gd name="textAreaRight" fmla="*/ 1614240 w 1613880"/>
              <a:gd name="textAreaTop" fmla="*/ 0 h 286920"/>
              <a:gd name="textAreaBottom" fmla="*/ 287280 h 286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r>
              <a:rPr lang="en-US" sz="1070" b="0" strike="noStrike" spc="-1">
                <a:solidFill>
                  <a:srgbClr val="000000"/>
                </a:solidFill>
                <a:latin typeface="Calibri"/>
                <a:ea typeface="Microsoft YaHei"/>
              </a:rPr>
              <a:t>Confidential</a:t>
            </a:r>
            <a:endParaRPr lang="en-US" sz="1070" b="0" strike="noStrike" spc="-1">
              <a:solidFill>
                <a:srgbClr val="000000"/>
              </a:solidFill>
              <a:latin typeface="Arial"/>
            </a:endParaRPr>
          </a:p>
        </p:txBody>
      </p:sp>
      <p:sp>
        <p:nvSpPr>
          <p:cNvPr id="75" name="Rectangle 71"/>
          <p:cNvSpPr/>
          <p:nvPr/>
        </p:nvSpPr>
        <p:spPr>
          <a:xfrm>
            <a:off x="5895720" y="6485760"/>
            <a:ext cx="400320" cy="360000"/>
          </a:xfrm>
          <a:custGeom>
            <a:avLst/>
            <a:gdLst>
              <a:gd name="textAreaLeft" fmla="*/ 0 w 400320"/>
              <a:gd name="textAreaRight" fmla="*/ 400680 w 400320"/>
              <a:gd name="textAreaTop" fmla="*/ 0 h 360000"/>
              <a:gd name="textAreaBottom" fmla="*/ 360360 h 36000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anchor="ctr" anchorCtr="1">
            <a:noAutofit/>
          </a:bodyPr>
          <a:lstStyle/>
          <a:p>
            <a:pPr algn="ctr">
              <a:lnSpc>
                <a:spcPct val="100000"/>
              </a:lnSpc>
            </a:pPr>
            <a:fld id="{8BEDF1CC-3130-42E7-ACEA-EEEFE2AC0D10}" type="slidenum">
              <a:rPr lang="en-US" sz="1070" b="1" strike="noStrike" spc="-1">
                <a:solidFill>
                  <a:srgbClr val="000000"/>
                </a:solidFill>
                <a:latin typeface="Calibri"/>
                <a:ea typeface="Microsoft YaHei"/>
              </a:rPr>
              <a:t>‹#›</a:t>
            </a:fld>
            <a:endParaRPr lang="en-US" sz="1070" b="0" strike="noStrike" spc="-1">
              <a:solidFill>
                <a:srgbClr val="000000"/>
              </a:solidFill>
              <a:latin typeface="Arial"/>
            </a:endParaRPr>
          </a:p>
        </p:txBody>
      </p:sp>
      <p:sp>
        <p:nvSpPr>
          <p:cNvPr id="76" name="Straight Connector 63"/>
          <p:cNvSpPr/>
          <p:nvPr/>
        </p:nvSpPr>
        <p:spPr>
          <a:xfrm>
            <a:off x="6249600" y="6593400"/>
            <a:ext cx="360" cy="169560"/>
          </a:xfrm>
          <a:custGeom>
            <a:avLst/>
            <a:gdLst>
              <a:gd name="textAreaLeft" fmla="*/ 0 w 360"/>
              <a:gd name="textAreaRight" fmla="*/ 720 w 360"/>
              <a:gd name="textAreaTop" fmla="*/ 0 h 169560"/>
              <a:gd name="textAreaBottom" fmla="*/ 169920 h 169560"/>
            </a:gdLst>
            <a:ahLst/>
            <a:cxnLst/>
            <a:rect l="textAreaLeft" t="textAreaTop" r="textAreaRight" b="textAreaBottom"/>
            <a:pathLst>
              <a:path w="21600" h="5097600">
                <a:moveTo>
                  <a:pt x="0" y="0"/>
                </a:moveTo>
                <a:lnTo>
                  <a:pt x="21600" y="5097600"/>
                </a:lnTo>
              </a:path>
            </a:pathLst>
          </a:custGeom>
          <a:noFill/>
          <a:ln w="9360">
            <a:solidFill>
              <a:srgbClr val="0070C0"/>
            </a:solidFill>
            <a:miter/>
          </a:ln>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800" b="0" strike="noStrike" spc="-1">
              <a:solidFill>
                <a:srgbClr val="000000"/>
              </a:solidFill>
              <a:latin typeface="Arial"/>
            </a:endParaRPr>
          </a:p>
        </p:txBody>
      </p:sp>
      <p:sp>
        <p:nvSpPr>
          <p:cNvPr id="77" name="Rectangle 3"/>
          <p:cNvSpPr/>
          <p:nvPr/>
        </p:nvSpPr>
        <p:spPr>
          <a:xfrm>
            <a:off x="10814040" y="4979160"/>
            <a:ext cx="1015920" cy="471240"/>
          </a:xfrm>
          <a:custGeom>
            <a:avLst/>
            <a:gdLst>
              <a:gd name="textAreaLeft" fmla="*/ 0 w 1015920"/>
              <a:gd name="textAreaRight" fmla="*/ 1016280 w 1015920"/>
              <a:gd name="textAreaTop" fmla="*/ 0 h 471240"/>
              <a:gd name="textAreaBottom" fmla="*/ 471600 h 47124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sp>
        <p:nvSpPr>
          <p:cNvPr id="78" name="Rectangle 4"/>
          <p:cNvSpPr/>
          <p:nvPr/>
        </p:nvSpPr>
        <p:spPr>
          <a:xfrm>
            <a:off x="10915200" y="6309000"/>
            <a:ext cx="860400" cy="414000"/>
          </a:xfrm>
          <a:custGeom>
            <a:avLst/>
            <a:gdLst>
              <a:gd name="textAreaLeft" fmla="*/ 0 w 860400"/>
              <a:gd name="textAreaRight" fmla="*/ 860760 w 860400"/>
              <a:gd name="textAreaTop" fmla="*/ 0 h 414000"/>
              <a:gd name="textAreaBottom" fmla="*/ 414360 h 41400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pic>
        <p:nvPicPr>
          <p:cNvPr id="79" name="Picture 2"/>
          <p:cNvPicPr/>
          <p:nvPr/>
        </p:nvPicPr>
        <p:blipFill>
          <a:blip r:embed="rId4"/>
          <a:stretch/>
        </p:blipFill>
        <p:spPr>
          <a:xfrm>
            <a:off x="10814040" y="6270480"/>
            <a:ext cx="860400" cy="526320"/>
          </a:xfrm>
          <a:prstGeom prst="rect">
            <a:avLst/>
          </a:prstGeom>
          <a:ln w="12600">
            <a:noFill/>
          </a:ln>
        </p:spPr>
      </p:pic>
      <p:sp>
        <p:nvSpPr>
          <p:cNvPr id="80" name="PlaceHolder 1"/>
          <p:cNvSpPr>
            <a:spLocks noGrp="1"/>
          </p:cNvSpPr>
          <p:nvPr>
            <p:ph type="title"/>
          </p:nvPr>
        </p:nvSpPr>
        <p:spPr>
          <a:xfrm>
            <a:off x="609480" y="273600"/>
            <a:ext cx="10972440" cy="1144800"/>
          </a:xfrm>
          <a:prstGeom prst="rect">
            <a:avLst/>
          </a:prstGeom>
          <a:noFill/>
          <a:ln w="1260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81" name="PlaceHolder 2"/>
          <p:cNvSpPr>
            <a:spLocks noGrp="1"/>
          </p:cNvSpPr>
          <p:nvPr>
            <p:ph type="body"/>
          </p:nvPr>
        </p:nvSpPr>
        <p:spPr>
          <a:xfrm>
            <a:off x="609480" y="1604520"/>
            <a:ext cx="10972440" cy="3977280"/>
          </a:xfrm>
          <a:prstGeom prst="rect">
            <a:avLst/>
          </a:prstGeom>
          <a:noFill/>
          <a:ln w="1260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6" name="Picture 14"/>
          <p:cNvPicPr/>
          <p:nvPr/>
        </p:nvPicPr>
        <p:blipFill>
          <a:blip r:embed="rId3"/>
          <a:stretch/>
        </p:blipFill>
        <p:spPr>
          <a:xfrm>
            <a:off x="10126080" y="6291360"/>
            <a:ext cx="1685880" cy="505440"/>
          </a:xfrm>
          <a:prstGeom prst="rect">
            <a:avLst/>
          </a:prstGeom>
          <a:ln w="12600">
            <a:noFill/>
          </a:ln>
        </p:spPr>
      </p:pic>
      <p:sp>
        <p:nvSpPr>
          <p:cNvPr id="197" name="Rectangle 17"/>
          <p:cNvSpPr/>
          <p:nvPr/>
        </p:nvSpPr>
        <p:spPr>
          <a:xfrm rot="5400000">
            <a:off x="-205200" y="378360"/>
            <a:ext cx="833040" cy="76320"/>
          </a:xfrm>
          <a:custGeom>
            <a:avLst/>
            <a:gdLst>
              <a:gd name="textAreaLeft" fmla="*/ 0 w 833040"/>
              <a:gd name="textAreaRight" fmla="*/ 833400 w 833040"/>
              <a:gd name="textAreaTop" fmla="*/ 0 h 76320"/>
              <a:gd name="textAreaBottom" fmla="*/ 76320 h 763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FFCB05"/>
              </a:gs>
              <a:gs pos="100000">
                <a:srgbClr val="EE3D85"/>
              </a:gs>
            </a:gsLst>
            <a:lin ang="5400000"/>
          </a:gra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endParaRPr lang="en-US" sz="1800" b="0" strike="noStrike" spc="-1">
              <a:solidFill>
                <a:srgbClr val="000000"/>
              </a:solidFill>
              <a:latin typeface="Arial"/>
            </a:endParaRPr>
          </a:p>
        </p:txBody>
      </p:sp>
      <p:sp>
        <p:nvSpPr>
          <p:cNvPr id="198" name="Text Placeholder 4"/>
          <p:cNvSpPr/>
          <p:nvPr/>
        </p:nvSpPr>
        <p:spPr>
          <a:xfrm>
            <a:off x="6216840" y="6522480"/>
            <a:ext cx="1613880" cy="286920"/>
          </a:xfrm>
          <a:custGeom>
            <a:avLst/>
            <a:gdLst>
              <a:gd name="textAreaLeft" fmla="*/ 0 w 1613880"/>
              <a:gd name="textAreaRight" fmla="*/ 1614240 w 1613880"/>
              <a:gd name="textAreaTop" fmla="*/ 0 h 286920"/>
              <a:gd name="textAreaBottom" fmla="*/ 287280 h 286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r>
              <a:rPr lang="en-US" sz="1070" b="0" strike="noStrike" spc="-1">
                <a:solidFill>
                  <a:srgbClr val="000000"/>
                </a:solidFill>
                <a:latin typeface="Calibri"/>
                <a:ea typeface="Microsoft YaHei"/>
              </a:rPr>
              <a:t>Confidential</a:t>
            </a:r>
            <a:endParaRPr lang="en-US" sz="1070" b="0" strike="noStrike" spc="-1">
              <a:solidFill>
                <a:srgbClr val="000000"/>
              </a:solidFill>
              <a:latin typeface="Arial"/>
            </a:endParaRPr>
          </a:p>
        </p:txBody>
      </p:sp>
      <p:sp>
        <p:nvSpPr>
          <p:cNvPr id="199" name="Rectangle 71"/>
          <p:cNvSpPr/>
          <p:nvPr/>
        </p:nvSpPr>
        <p:spPr>
          <a:xfrm>
            <a:off x="5895720" y="6485760"/>
            <a:ext cx="400320" cy="360000"/>
          </a:xfrm>
          <a:custGeom>
            <a:avLst/>
            <a:gdLst>
              <a:gd name="textAreaLeft" fmla="*/ 0 w 400320"/>
              <a:gd name="textAreaRight" fmla="*/ 400680 w 400320"/>
              <a:gd name="textAreaTop" fmla="*/ 0 h 360000"/>
              <a:gd name="textAreaBottom" fmla="*/ 360360 h 36000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anchor="ctr" anchorCtr="1">
            <a:noAutofit/>
          </a:bodyPr>
          <a:lstStyle/>
          <a:p>
            <a:pPr algn="ctr">
              <a:lnSpc>
                <a:spcPct val="100000"/>
              </a:lnSpc>
            </a:pPr>
            <a:fld id="{392EFEAF-0095-461A-AE34-DBDA2F9BF995}" type="slidenum">
              <a:rPr lang="en-US" sz="1070" b="1" strike="noStrike" spc="-1">
                <a:solidFill>
                  <a:srgbClr val="000000"/>
                </a:solidFill>
                <a:latin typeface="Calibri"/>
                <a:ea typeface="Microsoft YaHei"/>
              </a:rPr>
              <a:t>‹#›</a:t>
            </a:fld>
            <a:endParaRPr lang="en-US" sz="1070" b="0" strike="noStrike" spc="-1">
              <a:solidFill>
                <a:srgbClr val="000000"/>
              </a:solidFill>
              <a:latin typeface="Arial"/>
            </a:endParaRPr>
          </a:p>
        </p:txBody>
      </p:sp>
      <p:sp>
        <p:nvSpPr>
          <p:cNvPr id="200" name="Straight Connector 63"/>
          <p:cNvSpPr/>
          <p:nvPr/>
        </p:nvSpPr>
        <p:spPr>
          <a:xfrm>
            <a:off x="6249600" y="6593400"/>
            <a:ext cx="360" cy="169560"/>
          </a:xfrm>
          <a:custGeom>
            <a:avLst/>
            <a:gdLst>
              <a:gd name="textAreaLeft" fmla="*/ 0 w 360"/>
              <a:gd name="textAreaRight" fmla="*/ 720 w 360"/>
              <a:gd name="textAreaTop" fmla="*/ 0 h 169560"/>
              <a:gd name="textAreaBottom" fmla="*/ 169920 h 169560"/>
            </a:gdLst>
            <a:ahLst/>
            <a:cxnLst/>
            <a:rect l="textAreaLeft" t="textAreaTop" r="textAreaRight" b="textAreaBottom"/>
            <a:pathLst>
              <a:path w="21600" h="5097600">
                <a:moveTo>
                  <a:pt x="0" y="0"/>
                </a:moveTo>
                <a:lnTo>
                  <a:pt x="21600" y="5097600"/>
                </a:lnTo>
              </a:path>
            </a:pathLst>
          </a:custGeom>
          <a:noFill/>
          <a:ln w="9360">
            <a:solidFill>
              <a:srgbClr val="0070C0"/>
            </a:solidFill>
            <a:miter/>
          </a:ln>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800" b="0" strike="noStrike" spc="-1">
              <a:solidFill>
                <a:srgbClr val="000000"/>
              </a:solidFill>
              <a:latin typeface="Arial"/>
            </a:endParaRPr>
          </a:p>
        </p:txBody>
      </p:sp>
      <p:sp>
        <p:nvSpPr>
          <p:cNvPr id="201" name="Rectangle 3"/>
          <p:cNvSpPr/>
          <p:nvPr/>
        </p:nvSpPr>
        <p:spPr>
          <a:xfrm>
            <a:off x="10814040" y="4979160"/>
            <a:ext cx="1015920" cy="471240"/>
          </a:xfrm>
          <a:custGeom>
            <a:avLst/>
            <a:gdLst>
              <a:gd name="textAreaLeft" fmla="*/ 0 w 1015920"/>
              <a:gd name="textAreaRight" fmla="*/ 1016280 w 1015920"/>
              <a:gd name="textAreaTop" fmla="*/ 0 h 471240"/>
              <a:gd name="textAreaBottom" fmla="*/ 471600 h 47124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sp>
        <p:nvSpPr>
          <p:cNvPr id="202" name="Rectangle 4"/>
          <p:cNvSpPr/>
          <p:nvPr/>
        </p:nvSpPr>
        <p:spPr>
          <a:xfrm>
            <a:off x="10915200" y="6309000"/>
            <a:ext cx="860400" cy="414000"/>
          </a:xfrm>
          <a:custGeom>
            <a:avLst/>
            <a:gdLst>
              <a:gd name="textAreaLeft" fmla="*/ 0 w 860400"/>
              <a:gd name="textAreaRight" fmla="*/ 860760 w 860400"/>
              <a:gd name="textAreaTop" fmla="*/ 0 h 414000"/>
              <a:gd name="textAreaBottom" fmla="*/ 414360 h 41400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pic>
        <p:nvPicPr>
          <p:cNvPr id="203" name="Picture 2"/>
          <p:cNvPicPr/>
          <p:nvPr/>
        </p:nvPicPr>
        <p:blipFill>
          <a:blip r:embed="rId4"/>
          <a:stretch/>
        </p:blipFill>
        <p:spPr>
          <a:xfrm>
            <a:off x="10999800" y="6333120"/>
            <a:ext cx="691200" cy="423000"/>
          </a:xfrm>
          <a:prstGeom prst="rect">
            <a:avLst/>
          </a:prstGeom>
          <a:ln w="12600">
            <a:noFill/>
          </a:ln>
        </p:spPr>
      </p:pic>
      <p:sp>
        <p:nvSpPr>
          <p:cNvPr id="204" name="PlaceHolder 1"/>
          <p:cNvSpPr>
            <a:spLocks noGrp="1"/>
          </p:cNvSpPr>
          <p:nvPr>
            <p:ph type="title"/>
          </p:nvPr>
        </p:nvSpPr>
        <p:spPr>
          <a:xfrm>
            <a:off x="609480" y="273600"/>
            <a:ext cx="10972440" cy="1144800"/>
          </a:xfrm>
          <a:prstGeom prst="rect">
            <a:avLst/>
          </a:prstGeom>
          <a:noFill/>
          <a:ln w="1260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205" name="PlaceHolder 2"/>
          <p:cNvSpPr>
            <a:spLocks noGrp="1"/>
          </p:cNvSpPr>
          <p:nvPr>
            <p:ph type="body"/>
          </p:nvPr>
        </p:nvSpPr>
        <p:spPr>
          <a:xfrm>
            <a:off x="609480" y="1604520"/>
            <a:ext cx="10972440" cy="3977280"/>
          </a:xfrm>
          <a:prstGeom prst="rect">
            <a:avLst/>
          </a:prstGeom>
          <a:noFill/>
          <a:ln w="1260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6" name="Picture 14"/>
          <p:cNvPicPr/>
          <p:nvPr/>
        </p:nvPicPr>
        <p:blipFill>
          <a:blip r:embed="rId3"/>
          <a:stretch/>
        </p:blipFill>
        <p:spPr>
          <a:xfrm>
            <a:off x="10126080" y="6291360"/>
            <a:ext cx="1685880" cy="505440"/>
          </a:xfrm>
          <a:prstGeom prst="rect">
            <a:avLst/>
          </a:prstGeom>
          <a:ln w="12600">
            <a:noFill/>
          </a:ln>
        </p:spPr>
      </p:pic>
      <p:sp>
        <p:nvSpPr>
          <p:cNvPr id="207" name="Rectangle 17"/>
          <p:cNvSpPr/>
          <p:nvPr/>
        </p:nvSpPr>
        <p:spPr>
          <a:xfrm rot="5400000">
            <a:off x="-205200" y="378360"/>
            <a:ext cx="833040" cy="76320"/>
          </a:xfrm>
          <a:custGeom>
            <a:avLst/>
            <a:gdLst>
              <a:gd name="textAreaLeft" fmla="*/ 0 w 833040"/>
              <a:gd name="textAreaRight" fmla="*/ 833400 w 833040"/>
              <a:gd name="textAreaTop" fmla="*/ 0 h 76320"/>
              <a:gd name="textAreaBottom" fmla="*/ 76320 h 763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FFCB05"/>
              </a:gs>
              <a:gs pos="100000">
                <a:srgbClr val="EE3D85"/>
              </a:gs>
            </a:gsLst>
            <a:lin ang="5400000"/>
          </a:gra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endParaRPr lang="en-US" sz="1800" b="0" strike="noStrike" spc="-1">
              <a:solidFill>
                <a:srgbClr val="000000"/>
              </a:solidFill>
              <a:latin typeface="Arial"/>
            </a:endParaRPr>
          </a:p>
        </p:txBody>
      </p:sp>
      <p:sp>
        <p:nvSpPr>
          <p:cNvPr id="208" name="Text Placeholder 4"/>
          <p:cNvSpPr/>
          <p:nvPr/>
        </p:nvSpPr>
        <p:spPr>
          <a:xfrm>
            <a:off x="6216840" y="6522480"/>
            <a:ext cx="1613880" cy="286920"/>
          </a:xfrm>
          <a:custGeom>
            <a:avLst/>
            <a:gdLst>
              <a:gd name="textAreaLeft" fmla="*/ 0 w 1613880"/>
              <a:gd name="textAreaRight" fmla="*/ 1614240 w 1613880"/>
              <a:gd name="textAreaTop" fmla="*/ 0 h 286920"/>
              <a:gd name="textAreaBottom" fmla="*/ 287280 h 286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r>
              <a:rPr lang="en-US" sz="1070" b="0" strike="noStrike" spc="-1">
                <a:solidFill>
                  <a:srgbClr val="000000"/>
                </a:solidFill>
                <a:latin typeface="Calibri"/>
                <a:ea typeface="Microsoft YaHei"/>
              </a:rPr>
              <a:t>Confidential</a:t>
            </a:r>
            <a:endParaRPr lang="en-US" sz="1070" b="0" strike="noStrike" spc="-1">
              <a:solidFill>
                <a:srgbClr val="000000"/>
              </a:solidFill>
              <a:latin typeface="Arial"/>
            </a:endParaRPr>
          </a:p>
        </p:txBody>
      </p:sp>
      <p:sp>
        <p:nvSpPr>
          <p:cNvPr id="209" name="Rectangle 71"/>
          <p:cNvSpPr/>
          <p:nvPr/>
        </p:nvSpPr>
        <p:spPr>
          <a:xfrm>
            <a:off x="5895720" y="6485760"/>
            <a:ext cx="400320" cy="360000"/>
          </a:xfrm>
          <a:custGeom>
            <a:avLst/>
            <a:gdLst>
              <a:gd name="textAreaLeft" fmla="*/ 0 w 400320"/>
              <a:gd name="textAreaRight" fmla="*/ 400680 w 400320"/>
              <a:gd name="textAreaTop" fmla="*/ 0 h 360000"/>
              <a:gd name="textAreaBottom" fmla="*/ 360360 h 36000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anchor="ctr" anchorCtr="1">
            <a:noAutofit/>
          </a:bodyPr>
          <a:lstStyle/>
          <a:p>
            <a:pPr algn="ctr">
              <a:lnSpc>
                <a:spcPct val="100000"/>
              </a:lnSpc>
            </a:pPr>
            <a:fld id="{620F0CF7-0818-4AF2-9BB8-999720C7317F}" type="slidenum">
              <a:rPr lang="en-US" sz="1070" b="1" strike="noStrike" spc="-1">
                <a:solidFill>
                  <a:srgbClr val="000000"/>
                </a:solidFill>
                <a:latin typeface="Calibri"/>
                <a:ea typeface="Microsoft YaHei"/>
              </a:rPr>
              <a:t>‹#›</a:t>
            </a:fld>
            <a:endParaRPr lang="en-US" sz="1070" b="0" strike="noStrike" spc="-1">
              <a:solidFill>
                <a:srgbClr val="000000"/>
              </a:solidFill>
              <a:latin typeface="Arial"/>
            </a:endParaRPr>
          </a:p>
        </p:txBody>
      </p:sp>
      <p:sp>
        <p:nvSpPr>
          <p:cNvPr id="210" name="Straight Connector 63"/>
          <p:cNvSpPr/>
          <p:nvPr/>
        </p:nvSpPr>
        <p:spPr>
          <a:xfrm>
            <a:off x="6249600" y="6593400"/>
            <a:ext cx="360" cy="169560"/>
          </a:xfrm>
          <a:custGeom>
            <a:avLst/>
            <a:gdLst>
              <a:gd name="textAreaLeft" fmla="*/ 0 w 360"/>
              <a:gd name="textAreaRight" fmla="*/ 720 w 360"/>
              <a:gd name="textAreaTop" fmla="*/ 0 h 169560"/>
              <a:gd name="textAreaBottom" fmla="*/ 169920 h 169560"/>
            </a:gdLst>
            <a:ahLst/>
            <a:cxnLst/>
            <a:rect l="textAreaLeft" t="textAreaTop" r="textAreaRight" b="textAreaBottom"/>
            <a:pathLst>
              <a:path w="21600" h="5097600">
                <a:moveTo>
                  <a:pt x="0" y="0"/>
                </a:moveTo>
                <a:lnTo>
                  <a:pt x="21600" y="5097600"/>
                </a:lnTo>
              </a:path>
            </a:pathLst>
          </a:custGeom>
          <a:noFill/>
          <a:ln w="9360">
            <a:solidFill>
              <a:srgbClr val="0070C0"/>
            </a:solidFill>
            <a:miter/>
          </a:ln>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800" b="0" strike="noStrike" spc="-1">
              <a:solidFill>
                <a:srgbClr val="000000"/>
              </a:solidFill>
              <a:latin typeface="Arial"/>
            </a:endParaRPr>
          </a:p>
        </p:txBody>
      </p:sp>
      <p:sp>
        <p:nvSpPr>
          <p:cNvPr id="211" name="Rectangle 3"/>
          <p:cNvSpPr/>
          <p:nvPr/>
        </p:nvSpPr>
        <p:spPr>
          <a:xfrm>
            <a:off x="10814040" y="4979160"/>
            <a:ext cx="1015920" cy="471240"/>
          </a:xfrm>
          <a:custGeom>
            <a:avLst/>
            <a:gdLst>
              <a:gd name="textAreaLeft" fmla="*/ 0 w 1015920"/>
              <a:gd name="textAreaRight" fmla="*/ 1016280 w 1015920"/>
              <a:gd name="textAreaTop" fmla="*/ 0 h 471240"/>
              <a:gd name="textAreaBottom" fmla="*/ 471600 h 47124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sp>
        <p:nvSpPr>
          <p:cNvPr id="212" name="Rectangle 4"/>
          <p:cNvSpPr/>
          <p:nvPr/>
        </p:nvSpPr>
        <p:spPr>
          <a:xfrm>
            <a:off x="10915200" y="6309000"/>
            <a:ext cx="860400" cy="414000"/>
          </a:xfrm>
          <a:custGeom>
            <a:avLst/>
            <a:gdLst>
              <a:gd name="textAreaLeft" fmla="*/ 0 w 860400"/>
              <a:gd name="textAreaRight" fmla="*/ 860760 w 860400"/>
              <a:gd name="textAreaTop" fmla="*/ 0 h 414000"/>
              <a:gd name="textAreaBottom" fmla="*/ 414360 h 41400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pic>
        <p:nvPicPr>
          <p:cNvPr id="213" name="Picture 2"/>
          <p:cNvPicPr/>
          <p:nvPr/>
        </p:nvPicPr>
        <p:blipFill>
          <a:blip r:embed="rId4"/>
          <a:stretch/>
        </p:blipFill>
        <p:spPr>
          <a:xfrm>
            <a:off x="10999800" y="6333120"/>
            <a:ext cx="691200" cy="423000"/>
          </a:xfrm>
          <a:prstGeom prst="rect">
            <a:avLst/>
          </a:prstGeom>
          <a:ln w="12600">
            <a:noFill/>
          </a:ln>
        </p:spPr>
      </p:pic>
      <p:sp>
        <p:nvSpPr>
          <p:cNvPr id="214" name="PlaceHolder 1"/>
          <p:cNvSpPr>
            <a:spLocks noGrp="1"/>
          </p:cNvSpPr>
          <p:nvPr>
            <p:ph type="title"/>
          </p:nvPr>
        </p:nvSpPr>
        <p:spPr>
          <a:xfrm>
            <a:off x="839880" y="457200"/>
            <a:ext cx="3932280" cy="1600200"/>
          </a:xfrm>
          <a:prstGeom prst="rect">
            <a:avLst/>
          </a:prstGeom>
          <a:noFill/>
          <a:ln w="12600">
            <a:noFill/>
          </a:ln>
        </p:spPr>
        <p:txBody>
          <a:bodyPr lIns="90000" tIns="45000" rIns="90000" bIns="45000" anchor="b">
            <a:noAutofit/>
          </a:bodyPr>
          <a:lstStyle/>
          <a:p>
            <a:pPr indent="0">
              <a:lnSpc>
                <a:spcPct val="100000"/>
              </a:lnSpc>
              <a:buNone/>
            </a:pPr>
            <a:r>
              <a:rPr lang="en-US" sz="3200" b="0" strike="noStrike" spc="-1">
                <a:solidFill>
                  <a:srgbClr val="007DC5"/>
                </a:solidFill>
                <a:latin typeface="Calibri"/>
                <a:ea typeface="Microsoft YaHei"/>
              </a:rPr>
              <a:t>Click to edit Master title style</a:t>
            </a:r>
            <a:endParaRPr lang="en-US" sz="3200" b="0" strike="noStrike" spc="-1">
              <a:solidFill>
                <a:srgbClr val="000000"/>
              </a:solidFill>
              <a:latin typeface="Arial"/>
            </a:endParaRPr>
          </a:p>
        </p:txBody>
      </p:sp>
      <p:sp>
        <p:nvSpPr>
          <p:cNvPr id="215" name="PlaceHolder 2"/>
          <p:cNvSpPr>
            <a:spLocks noGrp="1"/>
          </p:cNvSpPr>
          <p:nvPr>
            <p:ph type="title"/>
          </p:nvPr>
        </p:nvSpPr>
        <p:spPr>
          <a:xfrm>
            <a:off x="5183280" y="987480"/>
            <a:ext cx="6172200" cy="4873680"/>
          </a:xfrm>
          <a:prstGeom prst="rect">
            <a:avLst/>
          </a:prstGeom>
          <a:noFill/>
          <a:ln w="12600">
            <a:noFill/>
          </a:ln>
        </p:spPr>
        <p:txBody>
          <a:bodyPr lIns="90000" tIns="45000" rIns="90000" bIns="45000" anchor="t">
            <a:noAutofit/>
          </a:bodyPr>
          <a:lstStyle/>
          <a:p>
            <a:pPr>
              <a:lnSpc>
                <a:spcPct val="100000"/>
              </a:lnSpc>
              <a:spcAft>
                <a:spcPts val="1414"/>
              </a:spcAft>
              <a:buClr>
                <a:srgbClr val="000000"/>
              </a:buClr>
              <a:buSzPct val="45000"/>
              <a:buFont typeface="Wingdings" charset="2"/>
              <a:buChar char=""/>
            </a:pPr>
            <a:r>
              <a:rPr lang="en-US" sz="3200" b="0" strike="noStrike" spc="-1">
                <a:solidFill>
                  <a:srgbClr val="404040"/>
                </a:solidFill>
                <a:latin typeface="Calibri"/>
                <a:ea typeface="Microsoft YaHei"/>
              </a:rPr>
              <a:t>Click to edit Master text styles</a:t>
            </a:r>
            <a:endParaRPr lang="en-US" sz="3200" b="0" strike="noStrike" spc="-1">
              <a:solidFill>
                <a:srgbClr val="000000"/>
              </a:solidFill>
              <a:latin typeface="Arial"/>
            </a:endParaRPr>
          </a:p>
          <a:p>
            <a:pPr lvl="1">
              <a:lnSpc>
                <a:spcPct val="100000"/>
              </a:lnSpc>
              <a:spcAft>
                <a:spcPts val="1414"/>
              </a:spcAft>
              <a:buClr>
                <a:srgbClr val="000000"/>
              </a:buClr>
              <a:buSzPct val="75000"/>
              <a:buFont typeface="Symbol" charset="2"/>
              <a:buChar char=""/>
            </a:pPr>
            <a:r>
              <a:rPr lang="en-US" sz="2800" b="0" strike="noStrike" spc="-1">
                <a:solidFill>
                  <a:srgbClr val="404040"/>
                </a:solidFill>
                <a:latin typeface="Calibri"/>
                <a:ea typeface="Microsoft YaHei"/>
              </a:rPr>
              <a:t>Second level</a:t>
            </a:r>
            <a:endParaRPr lang="en-US" sz="2800" b="0" strike="noStrike" spc="-1">
              <a:solidFill>
                <a:srgbClr val="000000"/>
              </a:solidFill>
              <a:latin typeface="Arial"/>
            </a:endParaRPr>
          </a:p>
          <a:p>
            <a:pPr lvl="2">
              <a:lnSpc>
                <a:spcPct val="100000"/>
              </a:lnSpc>
              <a:spcAft>
                <a:spcPts val="1414"/>
              </a:spcAft>
              <a:buClr>
                <a:srgbClr val="000000"/>
              </a:buClr>
              <a:buSzPct val="45000"/>
              <a:buFont typeface="Wingdings" charset="2"/>
              <a:buChar char=""/>
            </a:pPr>
            <a:r>
              <a:rPr lang="en-US" sz="2400" b="0" strike="noStrike" spc="-1">
                <a:solidFill>
                  <a:srgbClr val="404040"/>
                </a:solidFill>
                <a:latin typeface="Calibri"/>
                <a:ea typeface="Microsoft YaHei"/>
              </a:rPr>
              <a:t>Third level</a:t>
            </a:r>
            <a:endParaRPr lang="en-US" sz="2400" b="0" strike="noStrike" spc="-1">
              <a:solidFill>
                <a:srgbClr val="000000"/>
              </a:solidFill>
              <a:latin typeface="Arial"/>
            </a:endParaRPr>
          </a:p>
          <a:p>
            <a:pPr lvl="3">
              <a:lnSpc>
                <a:spcPct val="100000"/>
              </a:lnSpc>
              <a:spcAft>
                <a:spcPts val="1414"/>
              </a:spcAft>
              <a:buClr>
                <a:srgbClr val="000000"/>
              </a:buClr>
              <a:buSzPct val="75000"/>
              <a:buFont typeface="Symbol" charset="2"/>
              <a:buChar char=""/>
            </a:pPr>
            <a:r>
              <a:rPr lang="en-US" sz="2000" b="0" strike="noStrike" spc="-1">
                <a:solidFill>
                  <a:srgbClr val="404040"/>
                </a:solidFill>
                <a:latin typeface="Calibri"/>
                <a:ea typeface="Microsoft YaHei"/>
              </a:rPr>
              <a:t>Fourth level</a:t>
            </a:r>
            <a:endParaRPr lang="en-US" sz="2000" b="0" strike="noStrike" spc="-1">
              <a:solidFill>
                <a:srgbClr val="000000"/>
              </a:solidFill>
              <a:latin typeface="Arial"/>
            </a:endParaRPr>
          </a:p>
          <a:p>
            <a:pPr lvl="4">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Fifth level</a:t>
            </a:r>
            <a:endParaRPr lang="en-US" sz="2000" b="0" strike="noStrike" spc="-1">
              <a:solidFill>
                <a:srgbClr val="000000"/>
              </a:solidFill>
              <a:latin typeface="Arial"/>
            </a:endParaRPr>
          </a:p>
        </p:txBody>
      </p:sp>
      <p:sp>
        <p:nvSpPr>
          <p:cNvPr id="216" name="PlaceHolder 3"/>
          <p:cNvSpPr>
            <a:spLocks noGrp="1"/>
          </p:cNvSpPr>
          <p:nvPr>
            <p:ph type="body"/>
          </p:nvPr>
        </p:nvSpPr>
        <p:spPr>
          <a:xfrm>
            <a:off x="839880" y="2057400"/>
            <a:ext cx="3932280" cy="3811680"/>
          </a:xfrm>
          <a:prstGeom prst="rect">
            <a:avLst/>
          </a:prstGeom>
          <a:noFill/>
          <a:ln w="12600">
            <a:noFill/>
          </a:ln>
        </p:spPr>
        <p:txBody>
          <a:bodyPr lIns="90000" tIns="45000" rIns="90000" bIns="45000" anchor="t">
            <a:normAutofit/>
          </a:bodyPr>
          <a:lstStyle/>
          <a:p>
            <a:pPr marL="432000" indent="-324000">
              <a:lnSpc>
                <a:spcPct val="100000"/>
              </a:lnSpc>
              <a:spcAft>
                <a:spcPts val="1414"/>
              </a:spcAft>
              <a:buClr>
                <a:srgbClr val="000000"/>
              </a:buClr>
              <a:buSzPct val="45000"/>
              <a:buFont typeface="Wingdings" charset="2"/>
              <a:buChar char=""/>
            </a:pPr>
            <a:r>
              <a:rPr lang="en-US" sz="1600" b="0" strike="noStrike" spc="-1">
                <a:solidFill>
                  <a:srgbClr val="404040"/>
                </a:solidFill>
                <a:latin typeface="Calibri"/>
                <a:ea typeface="Microsoft YaHei"/>
              </a:rPr>
              <a:t>Click to edit Master text styles</a:t>
            </a:r>
            <a:endParaRPr lang="en-US" sz="16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9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7" name="Picture 14"/>
          <p:cNvPicPr/>
          <p:nvPr/>
        </p:nvPicPr>
        <p:blipFill>
          <a:blip r:embed="rId3"/>
          <a:stretch/>
        </p:blipFill>
        <p:spPr>
          <a:xfrm>
            <a:off x="10126080" y="6291360"/>
            <a:ext cx="1685880" cy="505440"/>
          </a:xfrm>
          <a:prstGeom prst="rect">
            <a:avLst/>
          </a:prstGeom>
          <a:ln w="12600">
            <a:noFill/>
          </a:ln>
        </p:spPr>
      </p:pic>
      <p:sp>
        <p:nvSpPr>
          <p:cNvPr id="218" name="Rectangle 17"/>
          <p:cNvSpPr/>
          <p:nvPr/>
        </p:nvSpPr>
        <p:spPr>
          <a:xfrm rot="5400000">
            <a:off x="-205200" y="378360"/>
            <a:ext cx="833040" cy="76320"/>
          </a:xfrm>
          <a:custGeom>
            <a:avLst/>
            <a:gdLst>
              <a:gd name="textAreaLeft" fmla="*/ 0 w 833040"/>
              <a:gd name="textAreaRight" fmla="*/ 833400 w 833040"/>
              <a:gd name="textAreaTop" fmla="*/ 0 h 76320"/>
              <a:gd name="textAreaBottom" fmla="*/ 76320 h 763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FFCB05"/>
              </a:gs>
              <a:gs pos="100000">
                <a:srgbClr val="EE3D85"/>
              </a:gs>
            </a:gsLst>
            <a:lin ang="5400000"/>
          </a:gra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endParaRPr lang="en-US" sz="1800" b="0" strike="noStrike" spc="-1">
              <a:solidFill>
                <a:srgbClr val="000000"/>
              </a:solidFill>
              <a:latin typeface="Arial"/>
            </a:endParaRPr>
          </a:p>
        </p:txBody>
      </p:sp>
      <p:sp>
        <p:nvSpPr>
          <p:cNvPr id="219" name="Text Placeholder 4"/>
          <p:cNvSpPr/>
          <p:nvPr/>
        </p:nvSpPr>
        <p:spPr>
          <a:xfrm>
            <a:off x="6216840" y="6522480"/>
            <a:ext cx="1613880" cy="286920"/>
          </a:xfrm>
          <a:custGeom>
            <a:avLst/>
            <a:gdLst>
              <a:gd name="textAreaLeft" fmla="*/ 0 w 1613880"/>
              <a:gd name="textAreaRight" fmla="*/ 1614240 w 1613880"/>
              <a:gd name="textAreaTop" fmla="*/ 0 h 286920"/>
              <a:gd name="textAreaBottom" fmla="*/ 287280 h 286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r>
              <a:rPr lang="en-US" sz="1070" b="0" strike="noStrike" spc="-1">
                <a:solidFill>
                  <a:srgbClr val="000000"/>
                </a:solidFill>
                <a:latin typeface="Calibri"/>
                <a:ea typeface="Microsoft YaHei"/>
              </a:rPr>
              <a:t>Confidential</a:t>
            </a:r>
            <a:endParaRPr lang="en-US" sz="1070" b="0" strike="noStrike" spc="-1">
              <a:solidFill>
                <a:srgbClr val="000000"/>
              </a:solidFill>
              <a:latin typeface="Arial"/>
            </a:endParaRPr>
          </a:p>
        </p:txBody>
      </p:sp>
      <p:sp>
        <p:nvSpPr>
          <p:cNvPr id="220" name="Rectangle 71"/>
          <p:cNvSpPr/>
          <p:nvPr/>
        </p:nvSpPr>
        <p:spPr>
          <a:xfrm>
            <a:off x="5895720" y="6485760"/>
            <a:ext cx="400320" cy="360000"/>
          </a:xfrm>
          <a:custGeom>
            <a:avLst/>
            <a:gdLst>
              <a:gd name="textAreaLeft" fmla="*/ 0 w 400320"/>
              <a:gd name="textAreaRight" fmla="*/ 400680 w 400320"/>
              <a:gd name="textAreaTop" fmla="*/ 0 h 360000"/>
              <a:gd name="textAreaBottom" fmla="*/ 360360 h 36000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anchor="ctr" anchorCtr="1">
            <a:noAutofit/>
          </a:bodyPr>
          <a:lstStyle/>
          <a:p>
            <a:pPr algn="ctr">
              <a:lnSpc>
                <a:spcPct val="100000"/>
              </a:lnSpc>
            </a:pPr>
            <a:fld id="{DA6C4910-2526-41BA-80C2-094E0644BA78}" type="slidenum">
              <a:rPr lang="en-US" sz="1070" b="1" strike="noStrike" spc="-1">
                <a:solidFill>
                  <a:srgbClr val="000000"/>
                </a:solidFill>
                <a:latin typeface="Calibri"/>
                <a:ea typeface="Microsoft YaHei"/>
              </a:rPr>
              <a:t>‹#›</a:t>
            </a:fld>
            <a:endParaRPr lang="en-US" sz="1070" b="0" strike="noStrike" spc="-1">
              <a:solidFill>
                <a:srgbClr val="000000"/>
              </a:solidFill>
              <a:latin typeface="Arial"/>
            </a:endParaRPr>
          </a:p>
        </p:txBody>
      </p:sp>
      <p:sp>
        <p:nvSpPr>
          <p:cNvPr id="221" name="Straight Connector 63"/>
          <p:cNvSpPr/>
          <p:nvPr/>
        </p:nvSpPr>
        <p:spPr>
          <a:xfrm>
            <a:off x="6249600" y="6593400"/>
            <a:ext cx="360" cy="169560"/>
          </a:xfrm>
          <a:custGeom>
            <a:avLst/>
            <a:gdLst>
              <a:gd name="textAreaLeft" fmla="*/ 0 w 360"/>
              <a:gd name="textAreaRight" fmla="*/ 720 w 360"/>
              <a:gd name="textAreaTop" fmla="*/ 0 h 169560"/>
              <a:gd name="textAreaBottom" fmla="*/ 169920 h 169560"/>
            </a:gdLst>
            <a:ahLst/>
            <a:cxnLst/>
            <a:rect l="textAreaLeft" t="textAreaTop" r="textAreaRight" b="textAreaBottom"/>
            <a:pathLst>
              <a:path w="21600" h="5097600">
                <a:moveTo>
                  <a:pt x="0" y="0"/>
                </a:moveTo>
                <a:lnTo>
                  <a:pt x="21600" y="5097600"/>
                </a:lnTo>
              </a:path>
            </a:pathLst>
          </a:custGeom>
          <a:noFill/>
          <a:ln w="9360">
            <a:solidFill>
              <a:srgbClr val="0070C0"/>
            </a:solidFill>
            <a:miter/>
          </a:ln>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800" b="0" strike="noStrike" spc="-1">
              <a:solidFill>
                <a:srgbClr val="000000"/>
              </a:solidFill>
              <a:latin typeface="Arial"/>
            </a:endParaRPr>
          </a:p>
        </p:txBody>
      </p:sp>
      <p:sp>
        <p:nvSpPr>
          <p:cNvPr id="222" name="Rectangle 3"/>
          <p:cNvSpPr/>
          <p:nvPr/>
        </p:nvSpPr>
        <p:spPr>
          <a:xfrm>
            <a:off x="10814040" y="4979160"/>
            <a:ext cx="1015920" cy="471240"/>
          </a:xfrm>
          <a:custGeom>
            <a:avLst/>
            <a:gdLst>
              <a:gd name="textAreaLeft" fmla="*/ 0 w 1015920"/>
              <a:gd name="textAreaRight" fmla="*/ 1016280 w 1015920"/>
              <a:gd name="textAreaTop" fmla="*/ 0 h 471240"/>
              <a:gd name="textAreaBottom" fmla="*/ 471600 h 47124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sp>
        <p:nvSpPr>
          <p:cNvPr id="223" name="Rectangle 4"/>
          <p:cNvSpPr/>
          <p:nvPr/>
        </p:nvSpPr>
        <p:spPr>
          <a:xfrm>
            <a:off x="10915200" y="6309000"/>
            <a:ext cx="860400" cy="414000"/>
          </a:xfrm>
          <a:custGeom>
            <a:avLst/>
            <a:gdLst>
              <a:gd name="textAreaLeft" fmla="*/ 0 w 860400"/>
              <a:gd name="textAreaRight" fmla="*/ 860760 w 860400"/>
              <a:gd name="textAreaTop" fmla="*/ 0 h 414000"/>
              <a:gd name="textAreaBottom" fmla="*/ 414360 h 41400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pic>
        <p:nvPicPr>
          <p:cNvPr id="224" name="Picture 2"/>
          <p:cNvPicPr/>
          <p:nvPr/>
        </p:nvPicPr>
        <p:blipFill>
          <a:blip r:embed="rId4"/>
          <a:stretch/>
        </p:blipFill>
        <p:spPr>
          <a:xfrm>
            <a:off x="10999800" y="6333120"/>
            <a:ext cx="691200" cy="423000"/>
          </a:xfrm>
          <a:prstGeom prst="rect">
            <a:avLst/>
          </a:prstGeom>
          <a:ln w="12600">
            <a:noFill/>
          </a:ln>
        </p:spPr>
      </p:pic>
      <p:sp>
        <p:nvSpPr>
          <p:cNvPr id="225" name="PlaceHolder 1"/>
          <p:cNvSpPr>
            <a:spLocks noGrp="1"/>
          </p:cNvSpPr>
          <p:nvPr>
            <p:ph type="title"/>
          </p:nvPr>
        </p:nvSpPr>
        <p:spPr>
          <a:xfrm>
            <a:off x="839880" y="457200"/>
            <a:ext cx="3932280" cy="1600200"/>
          </a:xfrm>
          <a:prstGeom prst="rect">
            <a:avLst/>
          </a:prstGeom>
          <a:noFill/>
          <a:ln w="12600">
            <a:noFill/>
          </a:ln>
        </p:spPr>
        <p:txBody>
          <a:bodyPr lIns="90000" tIns="45000" rIns="90000" bIns="45000" anchor="b">
            <a:noAutofit/>
          </a:bodyPr>
          <a:lstStyle/>
          <a:p>
            <a:pPr indent="0">
              <a:lnSpc>
                <a:spcPct val="100000"/>
              </a:lnSpc>
              <a:buNone/>
            </a:pPr>
            <a:r>
              <a:rPr lang="en-US" sz="3200" b="0" strike="noStrike" spc="-1">
                <a:solidFill>
                  <a:srgbClr val="007DC5"/>
                </a:solidFill>
                <a:latin typeface="Calibri"/>
                <a:ea typeface="Microsoft YaHei"/>
              </a:rPr>
              <a:t>Click to edit Master title style</a:t>
            </a:r>
            <a:endParaRPr lang="en-US" sz="3200" b="0" strike="noStrike" spc="-1">
              <a:solidFill>
                <a:srgbClr val="000000"/>
              </a:solidFill>
              <a:latin typeface="Arial"/>
            </a:endParaRPr>
          </a:p>
        </p:txBody>
      </p:sp>
      <p:sp>
        <p:nvSpPr>
          <p:cNvPr id="226" name="PlaceHolder 2"/>
          <p:cNvSpPr>
            <a:spLocks noGrp="1"/>
          </p:cNvSpPr>
          <p:nvPr>
            <p:ph type="title"/>
          </p:nvPr>
        </p:nvSpPr>
        <p:spPr>
          <a:xfrm>
            <a:off x="5183280" y="987480"/>
            <a:ext cx="6172200" cy="4873680"/>
          </a:xfrm>
          <a:prstGeom prst="rect">
            <a:avLst/>
          </a:prstGeom>
          <a:noFill/>
          <a:ln w="12600">
            <a:noFill/>
          </a:ln>
        </p:spPr>
        <p:txBody>
          <a:bodyPr lIns="90000" tIns="45000" rIns="90000" bIns="45000" anchor="t">
            <a:noAutofit/>
          </a:bodyPr>
          <a:lstStyle/>
          <a:p>
            <a:pPr indent="0" algn="ctr">
              <a:buNone/>
            </a:pPr>
            <a:endParaRPr lang="en-US" sz="4400" b="0" strike="noStrike" spc="-1">
              <a:solidFill>
                <a:srgbClr val="000000"/>
              </a:solidFill>
              <a:latin typeface="Arial"/>
            </a:endParaRPr>
          </a:p>
        </p:txBody>
      </p:sp>
      <p:sp>
        <p:nvSpPr>
          <p:cNvPr id="227" name="PlaceHolder 3"/>
          <p:cNvSpPr>
            <a:spLocks noGrp="1"/>
          </p:cNvSpPr>
          <p:nvPr>
            <p:ph type="body"/>
          </p:nvPr>
        </p:nvSpPr>
        <p:spPr>
          <a:xfrm>
            <a:off x="839880" y="2057400"/>
            <a:ext cx="3932280" cy="3811680"/>
          </a:xfrm>
          <a:prstGeom prst="rect">
            <a:avLst/>
          </a:prstGeom>
          <a:noFill/>
          <a:ln w="12600">
            <a:noFill/>
          </a:ln>
        </p:spPr>
        <p:txBody>
          <a:bodyPr lIns="90000" tIns="45000" rIns="90000" bIns="45000" anchor="t">
            <a:normAutofit/>
          </a:bodyPr>
          <a:lstStyle/>
          <a:p>
            <a:pPr marL="432000" indent="-324000">
              <a:lnSpc>
                <a:spcPct val="100000"/>
              </a:lnSpc>
              <a:spcAft>
                <a:spcPts val="1414"/>
              </a:spcAft>
              <a:buClr>
                <a:srgbClr val="000000"/>
              </a:buClr>
              <a:buSzPct val="45000"/>
              <a:buFont typeface="Wingdings" charset="2"/>
              <a:buChar char=""/>
            </a:pPr>
            <a:r>
              <a:rPr lang="en-US" sz="1600" b="0" strike="noStrike" spc="-1">
                <a:solidFill>
                  <a:srgbClr val="404040"/>
                </a:solidFill>
                <a:latin typeface="Calibri"/>
                <a:ea typeface="Microsoft YaHei"/>
              </a:rPr>
              <a:t>Click to edit Master text styles</a:t>
            </a:r>
            <a:endParaRPr lang="en-US" sz="16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28" name="Picture 14"/>
          <p:cNvPicPr/>
          <p:nvPr/>
        </p:nvPicPr>
        <p:blipFill>
          <a:blip r:embed="rId3"/>
          <a:stretch/>
        </p:blipFill>
        <p:spPr>
          <a:xfrm>
            <a:off x="10126080" y="6291360"/>
            <a:ext cx="1685880" cy="505440"/>
          </a:xfrm>
          <a:prstGeom prst="rect">
            <a:avLst/>
          </a:prstGeom>
          <a:ln w="12600">
            <a:noFill/>
          </a:ln>
        </p:spPr>
      </p:pic>
      <p:sp>
        <p:nvSpPr>
          <p:cNvPr id="229" name="Rectangle 17"/>
          <p:cNvSpPr/>
          <p:nvPr/>
        </p:nvSpPr>
        <p:spPr>
          <a:xfrm rot="5400000">
            <a:off x="-205200" y="378360"/>
            <a:ext cx="833040" cy="76320"/>
          </a:xfrm>
          <a:custGeom>
            <a:avLst/>
            <a:gdLst>
              <a:gd name="textAreaLeft" fmla="*/ 0 w 833040"/>
              <a:gd name="textAreaRight" fmla="*/ 833400 w 833040"/>
              <a:gd name="textAreaTop" fmla="*/ 0 h 76320"/>
              <a:gd name="textAreaBottom" fmla="*/ 76320 h 763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FFCB05"/>
              </a:gs>
              <a:gs pos="100000">
                <a:srgbClr val="EE3D85"/>
              </a:gs>
            </a:gsLst>
            <a:lin ang="5400000"/>
          </a:gra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endParaRPr lang="en-US" sz="1800" b="0" strike="noStrike" spc="-1">
              <a:solidFill>
                <a:srgbClr val="000000"/>
              </a:solidFill>
              <a:latin typeface="Arial"/>
            </a:endParaRPr>
          </a:p>
        </p:txBody>
      </p:sp>
      <p:sp>
        <p:nvSpPr>
          <p:cNvPr id="230" name="Text Placeholder 4"/>
          <p:cNvSpPr/>
          <p:nvPr/>
        </p:nvSpPr>
        <p:spPr>
          <a:xfrm>
            <a:off x="6216840" y="6522480"/>
            <a:ext cx="1613880" cy="286920"/>
          </a:xfrm>
          <a:custGeom>
            <a:avLst/>
            <a:gdLst>
              <a:gd name="textAreaLeft" fmla="*/ 0 w 1613880"/>
              <a:gd name="textAreaRight" fmla="*/ 1614240 w 1613880"/>
              <a:gd name="textAreaTop" fmla="*/ 0 h 286920"/>
              <a:gd name="textAreaBottom" fmla="*/ 287280 h 286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r>
              <a:rPr lang="en-US" sz="1070" b="0" strike="noStrike" spc="-1">
                <a:solidFill>
                  <a:srgbClr val="000000"/>
                </a:solidFill>
                <a:latin typeface="Calibri"/>
                <a:ea typeface="Microsoft YaHei"/>
              </a:rPr>
              <a:t>Confidential</a:t>
            </a:r>
            <a:endParaRPr lang="en-US" sz="1070" b="0" strike="noStrike" spc="-1">
              <a:solidFill>
                <a:srgbClr val="000000"/>
              </a:solidFill>
              <a:latin typeface="Arial"/>
            </a:endParaRPr>
          </a:p>
        </p:txBody>
      </p:sp>
      <p:sp>
        <p:nvSpPr>
          <p:cNvPr id="231" name="Rectangle 71"/>
          <p:cNvSpPr/>
          <p:nvPr/>
        </p:nvSpPr>
        <p:spPr>
          <a:xfrm>
            <a:off x="5895720" y="6485760"/>
            <a:ext cx="400320" cy="360000"/>
          </a:xfrm>
          <a:custGeom>
            <a:avLst/>
            <a:gdLst>
              <a:gd name="textAreaLeft" fmla="*/ 0 w 400320"/>
              <a:gd name="textAreaRight" fmla="*/ 400680 w 400320"/>
              <a:gd name="textAreaTop" fmla="*/ 0 h 360000"/>
              <a:gd name="textAreaBottom" fmla="*/ 360360 h 36000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anchor="ctr" anchorCtr="1">
            <a:noAutofit/>
          </a:bodyPr>
          <a:lstStyle/>
          <a:p>
            <a:pPr algn="ctr">
              <a:lnSpc>
                <a:spcPct val="100000"/>
              </a:lnSpc>
            </a:pPr>
            <a:fld id="{95BC6D22-9838-4B8E-84B6-BF18C33D6A6A}" type="slidenum">
              <a:rPr lang="en-US" sz="1070" b="1" strike="noStrike" spc="-1">
                <a:solidFill>
                  <a:srgbClr val="000000"/>
                </a:solidFill>
                <a:latin typeface="Calibri"/>
                <a:ea typeface="Microsoft YaHei"/>
              </a:rPr>
              <a:t>‹#›</a:t>
            </a:fld>
            <a:endParaRPr lang="en-US" sz="1070" b="0" strike="noStrike" spc="-1">
              <a:solidFill>
                <a:srgbClr val="000000"/>
              </a:solidFill>
              <a:latin typeface="Arial"/>
            </a:endParaRPr>
          </a:p>
        </p:txBody>
      </p:sp>
      <p:sp>
        <p:nvSpPr>
          <p:cNvPr id="232" name="Straight Connector 63"/>
          <p:cNvSpPr/>
          <p:nvPr/>
        </p:nvSpPr>
        <p:spPr>
          <a:xfrm>
            <a:off x="6249600" y="6593400"/>
            <a:ext cx="360" cy="169560"/>
          </a:xfrm>
          <a:custGeom>
            <a:avLst/>
            <a:gdLst>
              <a:gd name="textAreaLeft" fmla="*/ 0 w 360"/>
              <a:gd name="textAreaRight" fmla="*/ 720 w 360"/>
              <a:gd name="textAreaTop" fmla="*/ 0 h 169560"/>
              <a:gd name="textAreaBottom" fmla="*/ 169920 h 169560"/>
            </a:gdLst>
            <a:ahLst/>
            <a:cxnLst/>
            <a:rect l="textAreaLeft" t="textAreaTop" r="textAreaRight" b="textAreaBottom"/>
            <a:pathLst>
              <a:path w="21600" h="5097600">
                <a:moveTo>
                  <a:pt x="0" y="0"/>
                </a:moveTo>
                <a:lnTo>
                  <a:pt x="21600" y="5097600"/>
                </a:lnTo>
              </a:path>
            </a:pathLst>
          </a:custGeom>
          <a:noFill/>
          <a:ln w="9360">
            <a:solidFill>
              <a:srgbClr val="0070C0"/>
            </a:solidFill>
            <a:miter/>
          </a:ln>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800" b="0" strike="noStrike" spc="-1">
              <a:solidFill>
                <a:srgbClr val="000000"/>
              </a:solidFill>
              <a:latin typeface="Arial"/>
            </a:endParaRPr>
          </a:p>
        </p:txBody>
      </p:sp>
      <p:sp>
        <p:nvSpPr>
          <p:cNvPr id="233" name="Rectangle 3"/>
          <p:cNvSpPr/>
          <p:nvPr/>
        </p:nvSpPr>
        <p:spPr>
          <a:xfrm>
            <a:off x="10814040" y="4979160"/>
            <a:ext cx="1015920" cy="471240"/>
          </a:xfrm>
          <a:custGeom>
            <a:avLst/>
            <a:gdLst>
              <a:gd name="textAreaLeft" fmla="*/ 0 w 1015920"/>
              <a:gd name="textAreaRight" fmla="*/ 1016280 w 1015920"/>
              <a:gd name="textAreaTop" fmla="*/ 0 h 471240"/>
              <a:gd name="textAreaBottom" fmla="*/ 471600 h 47124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sp>
        <p:nvSpPr>
          <p:cNvPr id="234" name="Rectangle 4"/>
          <p:cNvSpPr/>
          <p:nvPr/>
        </p:nvSpPr>
        <p:spPr>
          <a:xfrm>
            <a:off x="10915200" y="6309000"/>
            <a:ext cx="860400" cy="414000"/>
          </a:xfrm>
          <a:custGeom>
            <a:avLst/>
            <a:gdLst>
              <a:gd name="textAreaLeft" fmla="*/ 0 w 860400"/>
              <a:gd name="textAreaRight" fmla="*/ 860760 w 860400"/>
              <a:gd name="textAreaTop" fmla="*/ 0 h 414000"/>
              <a:gd name="textAreaBottom" fmla="*/ 414360 h 41400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pic>
        <p:nvPicPr>
          <p:cNvPr id="235" name="Picture 2"/>
          <p:cNvPicPr/>
          <p:nvPr/>
        </p:nvPicPr>
        <p:blipFill>
          <a:blip r:embed="rId4"/>
          <a:stretch/>
        </p:blipFill>
        <p:spPr>
          <a:xfrm>
            <a:off x="10999800" y="6333120"/>
            <a:ext cx="691200" cy="423000"/>
          </a:xfrm>
          <a:prstGeom prst="rect">
            <a:avLst/>
          </a:prstGeom>
          <a:ln w="12600">
            <a:noFill/>
          </a:ln>
        </p:spPr>
      </p:pic>
      <p:sp>
        <p:nvSpPr>
          <p:cNvPr id="236" name="PlaceHolder 1"/>
          <p:cNvSpPr>
            <a:spLocks noGrp="1"/>
          </p:cNvSpPr>
          <p:nvPr>
            <p:ph type="title"/>
          </p:nvPr>
        </p:nvSpPr>
        <p:spPr>
          <a:xfrm>
            <a:off x="421560" y="60840"/>
            <a:ext cx="11403360" cy="642240"/>
          </a:xfrm>
          <a:prstGeom prst="rect">
            <a:avLst/>
          </a:prstGeom>
          <a:noFill/>
          <a:ln w="12600">
            <a:noFill/>
          </a:ln>
        </p:spPr>
        <p:txBody>
          <a:bodyPr lIns="90000" tIns="45000" rIns="90000" bIns="45000" anchor="t">
            <a:noAutofit/>
          </a:bodyPr>
          <a:lstStyle/>
          <a:p>
            <a:pPr indent="0">
              <a:lnSpc>
                <a:spcPct val="100000"/>
              </a:lnSpc>
              <a:buNone/>
            </a:pPr>
            <a:r>
              <a:rPr lang="en-US" sz="2800" b="0" strike="noStrike" spc="-1">
                <a:solidFill>
                  <a:srgbClr val="007DC5"/>
                </a:solidFill>
                <a:latin typeface="Calibri"/>
                <a:ea typeface="Microsoft YaHei"/>
              </a:rPr>
              <a:t>Click to edit Master title style</a:t>
            </a:r>
            <a:endParaRPr lang="en-US" sz="2800" b="0" strike="noStrike" spc="-1">
              <a:solidFill>
                <a:srgbClr val="000000"/>
              </a:solidFill>
              <a:latin typeface="Arial"/>
            </a:endParaRPr>
          </a:p>
        </p:txBody>
      </p:sp>
      <p:sp>
        <p:nvSpPr>
          <p:cNvPr id="237" name="PlaceHolder 2"/>
          <p:cNvSpPr>
            <a:spLocks noGrp="1"/>
          </p:cNvSpPr>
          <p:nvPr>
            <p:ph type="body"/>
          </p:nvPr>
        </p:nvSpPr>
        <p:spPr>
          <a:xfrm>
            <a:off x="421560" y="924840"/>
            <a:ext cx="11348640" cy="4525560"/>
          </a:xfrm>
          <a:prstGeom prst="rect">
            <a:avLst/>
          </a:prstGeom>
          <a:noFill/>
          <a:ln w="12600">
            <a:noFill/>
          </a:ln>
        </p:spPr>
        <p:txBody>
          <a:bodyPr vert="eaVert" lIns="45000" tIns="90000" rIns="45000" bIns="90000" anchor="t">
            <a:normAutofit/>
          </a:bodyPr>
          <a:lstStyle/>
          <a:p>
            <a:pPr marL="432000" indent="-324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Click to edit Master text styles</a:t>
            </a:r>
            <a:endParaRPr lang="en-US" sz="2000" b="0" strike="noStrike" spc="-1">
              <a:solidFill>
                <a:srgbClr val="000000"/>
              </a:solidFill>
              <a:latin typeface="Arial"/>
            </a:endParaRPr>
          </a:p>
          <a:p>
            <a:pPr marL="864000" lvl="1" indent="-324000">
              <a:lnSpc>
                <a:spcPct val="100000"/>
              </a:lnSpc>
              <a:spcAft>
                <a:spcPts val="1414"/>
              </a:spcAft>
              <a:buClr>
                <a:srgbClr val="000000"/>
              </a:buClr>
              <a:buSzPct val="75000"/>
              <a:buFont typeface="Symbol" charset="2"/>
              <a:buChar char=""/>
            </a:pPr>
            <a:r>
              <a:rPr lang="en-US" sz="2000" b="0" strike="noStrike" spc="-1">
                <a:solidFill>
                  <a:srgbClr val="404040"/>
                </a:solidFill>
                <a:latin typeface="Calibri"/>
                <a:ea typeface="Microsoft YaHei"/>
              </a:rPr>
              <a:t>Second level</a:t>
            </a:r>
            <a:endParaRPr lang="en-US" sz="2000" b="0" strike="noStrike" spc="-1">
              <a:solidFill>
                <a:srgbClr val="000000"/>
              </a:solidFill>
              <a:latin typeface="Arial"/>
            </a:endParaRPr>
          </a:p>
          <a:p>
            <a:pPr marL="1296000" lvl="2" indent="-288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Third level</a:t>
            </a:r>
            <a:endParaRPr lang="en-US" sz="2000" b="0" strike="noStrike" spc="-1">
              <a:solidFill>
                <a:srgbClr val="000000"/>
              </a:solidFill>
              <a:latin typeface="Arial"/>
            </a:endParaRPr>
          </a:p>
          <a:p>
            <a:pPr marL="1728000" lvl="3" indent="-216000">
              <a:lnSpc>
                <a:spcPct val="100000"/>
              </a:lnSpc>
              <a:spcAft>
                <a:spcPts val="1414"/>
              </a:spcAft>
              <a:buClr>
                <a:srgbClr val="000000"/>
              </a:buClr>
              <a:buSzPct val="75000"/>
              <a:buFont typeface="Symbol" charset="2"/>
              <a:buChar char=""/>
            </a:pPr>
            <a:r>
              <a:rPr lang="en-US" sz="2000" b="0" strike="noStrike" spc="-1">
                <a:solidFill>
                  <a:srgbClr val="404040"/>
                </a:solidFill>
                <a:latin typeface="Calibri"/>
                <a:ea typeface="Microsoft YaHei"/>
              </a:rPr>
              <a:t>Fourth level</a:t>
            </a:r>
            <a:endParaRPr lang="en-US" sz="2000" b="0" strike="noStrike" spc="-1">
              <a:solidFill>
                <a:srgbClr val="000000"/>
              </a:solidFill>
              <a:latin typeface="Arial"/>
            </a:endParaRPr>
          </a:p>
          <a:p>
            <a:pPr marL="2160000" lvl="4" indent="-216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Fifth level</a:t>
            </a:r>
            <a:endParaRPr lang="en-US" sz="20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9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38" name="Picture 14"/>
          <p:cNvPicPr/>
          <p:nvPr/>
        </p:nvPicPr>
        <p:blipFill>
          <a:blip r:embed="rId3"/>
          <a:stretch/>
        </p:blipFill>
        <p:spPr>
          <a:xfrm>
            <a:off x="10126080" y="6291360"/>
            <a:ext cx="1685880" cy="505440"/>
          </a:xfrm>
          <a:prstGeom prst="rect">
            <a:avLst/>
          </a:prstGeom>
          <a:ln w="12600">
            <a:noFill/>
          </a:ln>
        </p:spPr>
      </p:pic>
      <p:sp>
        <p:nvSpPr>
          <p:cNvPr id="239" name="Rectangle 17"/>
          <p:cNvSpPr/>
          <p:nvPr/>
        </p:nvSpPr>
        <p:spPr>
          <a:xfrm rot="5400000">
            <a:off x="-205200" y="378360"/>
            <a:ext cx="833040" cy="76320"/>
          </a:xfrm>
          <a:custGeom>
            <a:avLst/>
            <a:gdLst>
              <a:gd name="textAreaLeft" fmla="*/ 0 w 833040"/>
              <a:gd name="textAreaRight" fmla="*/ 833400 w 833040"/>
              <a:gd name="textAreaTop" fmla="*/ 0 h 76320"/>
              <a:gd name="textAreaBottom" fmla="*/ 76320 h 763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gradFill rotWithShape="0">
            <a:gsLst>
              <a:gs pos="0">
                <a:srgbClr val="FFCB05"/>
              </a:gs>
              <a:gs pos="100000">
                <a:srgbClr val="EE3D85"/>
              </a:gs>
            </a:gsLst>
            <a:lin ang="5400000"/>
          </a:gradFill>
          <a:ln w="0">
            <a:noFill/>
          </a:ln>
        </p:spPr>
        <p:style>
          <a:lnRef idx="0">
            <a:scrgbClr r="0" g="0" b="0"/>
          </a:lnRef>
          <a:fillRef idx="0">
            <a:scrgbClr r="0" g="0" b="0"/>
          </a:fillRef>
          <a:effectRef idx="0">
            <a:scrgbClr r="0" g="0" b="0"/>
          </a:effectRef>
          <a:fontRef idx="minor"/>
        </p:style>
        <p:txBody>
          <a:bodyPr lIns="90000" tIns="31320" rIns="90000" bIns="31320" anchor="ctr">
            <a:noAutofit/>
          </a:bodyPr>
          <a:lstStyle/>
          <a:p>
            <a:endParaRPr lang="en-US" sz="1800" b="0" strike="noStrike" spc="-1">
              <a:solidFill>
                <a:srgbClr val="000000"/>
              </a:solidFill>
              <a:latin typeface="Arial"/>
            </a:endParaRPr>
          </a:p>
        </p:txBody>
      </p:sp>
      <p:sp>
        <p:nvSpPr>
          <p:cNvPr id="240" name="Text Placeholder 4"/>
          <p:cNvSpPr/>
          <p:nvPr/>
        </p:nvSpPr>
        <p:spPr>
          <a:xfrm>
            <a:off x="6216840" y="6522480"/>
            <a:ext cx="1613880" cy="286920"/>
          </a:xfrm>
          <a:custGeom>
            <a:avLst/>
            <a:gdLst>
              <a:gd name="textAreaLeft" fmla="*/ 0 w 1613880"/>
              <a:gd name="textAreaRight" fmla="*/ 1614240 w 1613880"/>
              <a:gd name="textAreaTop" fmla="*/ 0 h 286920"/>
              <a:gd name="textAreaBottom" fmla="*/ 287280 h 2869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nSpc>
                <a:spcPct val="100000"/>
              </a:lnSpc>
            </a:pPr>
            <a:r>
              <a:rPr lang="en-US" sz="1070" b="0" strike="noStrike" spc="-1">
                <a:solidFill>
                  <a:srgbClr val="000000"/>
                </a:solidFill>
                <a:latin typeface="Calibri"/>
                <a:ea typeface="Microsoft YaHei"/>
              </a:rPr>
              <a:t>Confidential</a:t>
            </a:r>
            <a:endParaRPr lang="en-US" sz="1070" b="0" strike="noStrike" spc="-1">
              <a:solidFill>
                <a:srgbClr val="000000"/>
              </a:solidFill>
              <a:latin typeface="Arial"/>
            </a:endParaRPr>
          </a:p>
        </p:txBody>
      </p:sp>
      <p:sp>
        <p:nvSpPr>
          <p:cNvPr id="241" name="Rectangle 71"/>
          <p:cNvSpPr/>
          <p:nvPr/>
        </p:nvSpPr>
        <p:spPr>
          <a:xfrm>
            <a:off x="5895720" y="6485760"/>
            <a:ext cx="400320" cy="360000"/>
          </a:xfrm>
          <a:custGeom>
            <a:avLst/>
            <a:gdLst>
              <a:gd name="textAreaLeft" fmla="*/ 0 w 400320"/>
              <a:gd name="textAreaRight" fmla="*/ 400680 w 400320"/>
              <a:gd name="textAreaTop" fmla="*/ 0 h 360000"/>
              <a:gd name="textAreaBottom" fmla="*/ 360360 h 36000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anchor="ctr" anchorCtr="1">
            <a:noAutofit/>
          </a:bodyPr>
          <a:lstStyle/>
          <a:p>
            <a:pPr algn="ctr">
              <a:lnSpc>
                <a:spcPct val="100000"/>
              </a:lnSpc>
            </a:pPr>
            <a:fld id="{75268E13-0223-4ACC-A782-D08F2FC33944}" type="slidenum">
              <a:rPr lang="en-US" sz="1070" b="1" strike="noStrike" spc="-1">
                <a:solidFill>
                  <a:srgbClr val="000000"/>
                </a:solidFill>
                <a:latin typeface="Calibri"/>
                <a:ea typeface="Microsoft YaHei"/>
              </a:rPr>
              <a:t>‹#›</a:t>
            </a:fld>
            <a:endParaRPr lang="en-US" sz="1070" b="0" strike="noStrike" spc="-1">
              <a:solidFill>
                <a:srgbClr val="000000"/>
              </a:solidFill>
              <a:latin typeface="Arial"/>
            </a:endParaRPr>
          </a:p>
        </p:txBody>
      </p:sp>
      <p:sp>
        <p:nvSpPr>
          <p:cNvPr id="242" name="Straight Connector 63"/>
          <p:cNvSpPr/>
          <p:nvPr/>
        </p:nvSpPr>
        <p:spPr>
          <a:xfrm>
            <a:off x="6249600" y="6593400"/>
            <a:ext cx="360" cy="169560"/>
          </a:xfrm>
          <a:custGeom>
            <a:avLst/>
            <a:gdLst>
              <a:gd name="textAreaLeft" fmla="*/ 0 w 360"/>
              <a:gd name="textAreaRight" fmla="*/ 720 w 360"/>
              <a:gd name="textAreaTop" fmla="*/ 0 h 169560"/>
              <a:gd name="textAreaBottom" fmla="*/ 169920 h 169560"/>
            </a:gdLst>
            <a:ahLst/>
            <a:cxnLst/>
            <a:rect l="textAreaLeft" t="textAreaTop" r="textAreaRight" b="textAreaBottom"/>
            <a:pathLst>
              <a:path w="21600" h="5097600">
                <a:moveTo>
                  <a:pt x="0" y="0"/>
                </a:moveTo>
                <a:lnTo>
                  <a:pt x="21600" y="5097600"/>
                </a:lnTo>
              </a:path>
            </a:pathLst>
          </a:custGeom>
          <a:noFill/>
          <a:ln w="9360">
            <a:solidFill>
              <a:srgbClr val="0070C0"/>
            </a:solidFill>
            <a:miter/>
          </a:ln>
        </p:spPr>
        <p:style>
          <a:lnRef idx="0">
            <a:scrgbClr r="0" g="0" b="0"/>
          </a:lnRef>
          <a:fillRef idx="0">
            <a:scrgbClr r="0" g="0" b="0"/>
          </a:fillRef>
          <a:effectRef idx="0">
            <a:scrgbClr r="0" g="0" b="0"/>
          </a:effectRef>
          <a:fontRef idx="minor"/>
        </p:style>
        <p:txBody>
          <a:bodyPr lIns="90000" tIns="45000" rIns="90000" bIns="45000" anchor="ctr" anchorCtr="1">
            <a:noAutofit/>
          </a:bodyPr>
          <a:lstStyle/>
          <a:p>
            <a:endParaRPr lang="en-US" sz="1800" b="0" strike="noStrike" spc="-1">
              <a:solidFill>
                <a:srgbClr val="000000"/>
              </a:solidFill>
              <a:latin typeface="Arial"/>
            </a:endParaRPr>
          </a:p>
        </p:txBody>
      </p:sp>
      <p:sp>
        <p:nvSpPr>
          <p:cNvPr id="243" name="Rectangle 3"/>
          <p:cNvSpPr/>
          <p:nvPr/>
        </p:nvSpPr>
        <p:spPr>
          <a:xfrm>
            <a:off x="10814040" y="4979160"/>
            <a:ext cx="1015920" cy="471240"/>
          </a:xfrm>
          <a:custGeom>
            <a:avLst/>
            <a:gdLst>
              <a:gd name="textAreaLeft" fmla="*/ 0 w 1015920"/>
              <a:gd name="textAreaRight" fmla="*/ 1016280 w 1015920"/>
              <a:gd name="textAreaTop" fmla="*/ 0 h 471240"/>
              <a:gd name="textAreaBottom" fmla="*/ 471600 h 47124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sp>
        <p:nvSpPr>
          <p:cNvPr id="244" name="Rectangle 4"/>
          <p:cNvSpPr/>
          <p:nvPr/>
        </p:nvSpPr>
        <p:spPr>
          <a:xfrm>
            <a:off x="10915200" y="6309000"/>
            <a:ext cx="860400" cy="414000"/>
          </a:xfrm>
          <a:custGeom>
            <a:avLst/>
            <a:gdLst>
              <a:gd name="textAreaLeft" fmla="*/ 0 w 860400"/>
              <a:gd name="textAreaRight" fmla="*/ 860760 w 860400"/>
              <a:gd name="textAreaTop" fmla="*/ 0 h 414000"/>
              <a:gd name="textAreaBottom" fmla="*/ 414360 h 41400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ndParaRPr>
          </a:p>
        </p:txBody>
      </p:sp>
      <p:pic>
        <p:nvPicPr>
          <p:cNvPr id="245" name="Picture 2"/>
          <p:cNvPicPr/>
          <p:nvPr/>
        </p:nvPicPr>
        <p:blipFill>
          <a:blip r:embed="rId4"/>
          <a:stretch/>
        </p:blipFill>
        <p:spPr>
          <a:xfrm>
            <a:off x="10999800" y="6333120"/>
            <a:ext cx="691200" cy="423000"/>
          </a:xfrm>
          <a:prstGeom prst="rect">
            <a:avLst/>
          </a:prstGeom>
          <a:ln w="12600">
            <a:noFill/>
          </a:ln>
        </p:spPr>
      </p:pic>
      <p:sp>
        <p:nvSpPr>
          <p:cNvPr id="246" name="PlaceHolder 1"/>
          <p:cNvSpPr>
            <a:spLocks noGrp="1"/>
          </p:cNvSpPr>
          <p:nvPr>
            <p:ph type="title"/>
          </p:nvPr>
        </p:nvSpPr>
        <p:spPr>
          <a:xfrm>
            <a:off x="8975880" y="60480"/>
            <a:ext cx="2849400" cy="5389560"/>
          </a:xfrm>
          <a:prstGeom prst="rect">
            <a:avLst/>
          </a:prstGeom>
          <a:noFill/>
          <a:ln w="12600">
            <a:noFill/>
          </a:ln>
        </p:spPr>
        <p:txBody>
          <a:bodyPr vert="eaVert" lIns="45000" tIns="90000" rIns="45000" bIns="90000" anchor="t">
            <a:noAutofit/>
          </a:bodyPr>
          <a:lstStyle/>
          <a:p>
            <a:pPr indent="0">
              <a:lnSpc>
                <a:spcPct val="100000"/>
              </a:lnSpc>
              <a:buNone/>
            </a:pPr>
            <a:r>
              <a:rPr lang="en-US" sz="2800" b="0" strike="noStrike" spc="-1">
                <a:solidFill>
                  <a:srgbClr val="007DC5"/>
                </a:solidFill>
                <a:latin typeface="Calibri"/>
                <a:ea typeface="Microsoft YaHei"/>
              </a:rPr>
              <a:t>Click to edit Master title style</a:t>
            </a:r>
            <a:endParaRPr lang="en-US" sz="2800" b="0" strike="noStrike" spc="-1">
              <a:solidFill>
                <a:srgbClr val="000000"/>
              </a:solidFill>
              <a:latin typeface="Arial"/>
            </a:endParaRPr>
          </a:p>
        </p:txBody>
      </p:sp>
      <p:sp>
        <p:nvSpPr>
          <p:cNvPr id="247" name="PlaceHolder 2"/>
          <p:cNvSpPr>
            <a:spLocks noGrp="1"/>
          </p:cNvSpPr>
          <p:nvPr>
            <p:ph type="body"/>
          </p:nvPr>
        </p:nvSpPr>
        <p:spPr>
          <a:xfrm>
            <a:off x="422280" y="60480"/>
            <a:ext cx="8400960" cy="5389560"/>
          </a:xfrm>
          <a:prstGeom prst="rect">
            <a:avLst/>
          </a:prstGeom>
          <a:noFill/>
          <a:ln w="12600">
            <a:noFill/>
          </a:ln>
        </p:spPr>
        <p:txBody>
          <a:bodyPr vert="eaVert" lIns="45000" tIns="90000" rIns="45000" bIns="90000" anchor="t">
            <a:normAutofit/>
          </a:bodyPr>
          <a:lstStyle/>
          <a:p>
            <a:pPr marL="432000" indent="-324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Click to edit Master text styles</a:t>
            </a:r>
            <a:endParaRPr lang="en-US" sz="2000" b="0" strike="noStrike" spc="-1">
              <a:solidFill>
                <a:srgbClr val="000000"/>
              </a:solidFill>
              <a:latin typeface="Arial"/>
            </a:endParaRPr>
          </a:p>
          <a:p>
            <a:pPr marL="864000" lvl="1" indent="-324000">
              <a:lnSpc>
                <a:spcPct val="100000"/>
              </a:lnSpc>
              <a:spcAft>
                <a:spcPts val="1414"/>
              </a:spcAft>
              <a:buClr>
                <a:srgbClr val="000000"/>
              </a:buClr>
              <a:buSzPct val="75000"/>
              <a:buFont typeface="Symbol" charset="2"/>
              <a:buChar char=""/>
            </a:pPr>
            <a:r>
              <a:rPr lang="en-US" sz="2000" b="0" strike="noStrike" spc="-1">
                <a:solidFill>
                  <a:srgbClr val="404040"/>
                </a:solidFill>
                <a:latin typeface="Calibri"/>
                <a:ea typeface="Microsoft YaHei"/>
              </a:rPr>
              <a:t>Second level</a:t>
            </a:r>
            <a:endParaRPr lang="en-US" sz="2000" b="0" strike="noStrike" spc="-1">
              <a:solidFill>
                <a:srgbClr val="000000"/>
              </a:solidFill>
              <a:latin typeface="Arial"/>
            </a:endParaRPr>
          </a:p>
          <a:p>
            <a:pPr marL="1296000" lvl="2" indent="-288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Third level</a:t>
            </a:r>
            <a:endParaRPr lang="en-US" sz="2000" b="0" strike="noStrike" spc="-1">
              <a:solidFill>
                <a:srgbClr val="000000"/>
              </a:solidFill>
              <a:latin typeface="Arial"/>
            </a:endParaRPr>
          </a:p>
          <a:p>
            <a:pPr marL="1728000" lvl="3" indent="-216000">
              <a:lnSpc>
                <a:spcPct val="100000"/>
              </a:lnSpc>
              <a:spcAft>
                <a:spcPts val="1414"/>
              </a:spcAft>
              <a:buClr>
                <a:srgbClr val="000000"/>
              </a:buClr>
              <a:buSzPct val="75000"/>
              <a:buFont typeface="Symbol" charset="2"/>
              <a:buChar char=""/>
            </a:pPr>
            <a:r>
              <a:rPr lang="en-US" sz="2000" b="0" strike="noStrike" spc="-1">
                <a:solidFill>
                  <a:srgbClr val="404040"/>
                </a:solidFill>
                <a:latin typeface="Calibri"/>
                <a:ea typeface="Microsoft YaHei"/>
              </a:rPr>
              <a:t>Fourth level</a:t>
            </a:r>
            <a:endParaRPr lang="en-US" sz="2000" b="0" strike="noStrike" spc="-1">
              <a:solidFill>
                <a:srgbClr val="000000"/>
              </a:solidFill>
              <a:latin typeface="Arial"/>
            </a:endParaRPr>
          </a:p>
          <a:p>
            <a:pPr marL="2160000" lvl="4" indent="-216000">
              <a:lnSpc>
                <a:spcPct val="100000"/>
              </a:lnSpc>
              <a:spcAft>
                <a:spcPts val="1414"/>
              </a:spcAft>
              <a:buClr>
                <a:srgbClr val="000000"/>
              </a:buClr>
              <a:buSzPct val="45000"/>
              <a:buFont typeface="Wingdings" charset="2"/>
              <a:buChar char=""/>
            </a:pPr>
            <a:r>
              <a:rPr lang="en-US" sz="2000" b="0" strike="noStrike" spc="-1">
                <a:solidFill>
                  <a:srgbClr val="404040"/>
                </a:solidFill>
                <a:latin typeface="Calibri"/>
                <a:ea typeface="Microsoft YaHei"/>
              </a:rPr>
              <a:t>Fifth level</a:t>
            </a:r>
            <a:endParaRPr lang="en-US" sz="20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78" name="Content Placeholder 5"/>
          <p:cNvPicPr/>
          <p:nvPr/>
        </p:nvPicPr>
        <p:blipFill>
          <a:blip r:embed="rId3"/>
          <a:stretch/>
        </p:blipFill>
        <p:spPr>
          <a:xfrm>
            <a:off x="5592960" y="715680"/>
            <a:ext cx="5808240" cy="5218560"/>
          </a:xfrm>
          <a:prstGeom prst="rect">
            <a:avLst/>
          </a:prstGeom>
          <a:ln w="12600">
            <a:noFill/>
          </a:ln>
        </p:spPr>
      </p:pic>
      <p:sp>
        <p:nvSpPr>
          <p:cNvPr id="279" name="TextBox 4"/>
          <p:cNvSpPr/>
          <p:nvPr/>
        </p:nvSpPr>
        <p:spPr>
          <a:xfrm>
            <a:off x="790800" y="2758966"/>
            <a:ext cx="4635061" cy="1569660"/>
          </a:xfrm>
          <a:custGeom>
            <a:avLst/>
            <a:gdLst>
              <a:gd name="textAreaLeft" fmla="*/ 0 w 3977280"/>
              <a:gd name="textAreaRight" fmla="*/ 3977640 w 3977280"/>
              <a:gd name="textAreaTop" fmla="*/ 0 h 1313280"/>
              <a:gd name="textAreaBottom" fmla="*/ 1313640 h 131328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square" anchor="t">
            <a:spAutoFit/>
          </a:bodyPr>
          <a:lstStyle/>
          <a:p>
            <a:pPr rtl="0"/>
            <a:r>
              <a:rPr lang="en-US" sz="3200" dirty="0">
                <a:effectLst/>
                <a:latin typeface="-apple-system"/>
              </a:rPr>
              <a:t>Automation Testing: Importance and Benefits </a:t>
            </a:r>
            <a:r>
              <a:rPr lang="en-US" sz="3200" b="0" strike="noStrike" spc="-1" dirty="0">
                <a:solidFill>
                  <a:srgbClr val="000000"/>
                </a:solidFill>
                <a:latin typeface="Calibri"/>
                <a:ea typeface="Calibri"/>
              </a:rPr>
              <a:t>- M&amp;S International</a:t>
            </a:r>
            <a:endParaRPr lang="en-US" sz="32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0" name="PlaceHolder 1"/>
          <p:cNvSpPr>
            <a:spLocks noGrp="1"/>
          </p:cNvSpPr>
          <p:nvPr>
            <p:ph type="title"/>
          </p:nvPr>
        </p:nvSpPr>
        <p:spPr>
          <a:xfrm>
            <a:off x="421560" y="60840"/>
            <a:ext cx="11403360" cy="642240"/>
          </a:xfrm>
          <a:prstGeom prst="rect">
            <a:avLst/>
          </a:prstGeom>
          <a:noFill/>
          <a:ln w="12600">
            <a:noFill/>
          </a:ln>
        </p:spPr>
        <p:txBody>
          <a:bodyPr lIns="90000" tIns="45000" rIns="90000" bIns="45000" anchor="t">
            <a:noAutofit/>
          </a:bodyPr>
          <a:lstStyle/>
          <a:p>
            <a:pPr indent="0">
              <a:lnSpc>
                <a:spcPct val="100000"/>
              </a:lnSpc>
              <a:buNone/>
            </a:pPr>
            <a:r>
              <a:rPr lang="en-US" sz="3200" b="0" strike="noStrike" spc="-1" dirty="0">
                <a:solidFill>
                  <a:srgbClr val="007DC5"/>
                </a:solidFill>
                <a:latin typeface="Calibri"/>
                <a:ea typeface="Calibri"/>
              </a:rPr>
              <a:t>Automation Introduction</a:t>
            </a:r>
            <a:endParaRPr lang="en-US" sz="3200" b="0" strike="noStrike" spc="-1" dirty="0">
              <a:solidFill>
                <a:srgbClr val="000000"/>
              </a:solidFill>
              <a:latin typeface="Arial"/>
            </a:endParaRPr>
          </a:p>
        </p:txBody>
      </p:sp>
      <p:sp>
        <p:nvSpPr>
          <p:cNvPr id="281" name="PlaceHolder 2"/>
          <p:cNvSpPr>
            <a:spLocks noGrp="1"/>
          </p:cNvSpPr>
          <p:nvPr>
            <p:ph/>
          </p:nvPr>
        </p:nvSpPr>
        <p:spPr>
          <a:xfrm>
            <a:off x="421560" y="924839"/>
            <a:ext cx="11405880" cy="5365601"/>
          </a:xfrm>
          <a:prstGeom prst="rect">
            <a:avLst/>
          </a:prstGeom>
          <a:noFill/>
          <a:ln w="12600">
            <a:noFill/>
          </a:ln>
        </p:spPr>
        <p:txBody>
          <a:bodyPr lIns="68760" tIns="34200" rIns="68760" bIns="34200" anchor="t">
            <a:noAutofit/>
          </a:bodyPr>
          <a:lstStyle/>
          <a:p>
            <a:pPr marL="0" indent="0">
              <a:lnSpc>
                <a:spcPct val="100000"/>
              </a:lnSpc>
              <a:spcBef>
                <a:spcPts val="400"/>
              </a:spcBef>
              <a:spcAft>
                <a:spcPts val="1414"/>
              </a:spcAft>
              <a:buClr>
                <a:srgbClr val="000000"/>
              </a:buClr>
              <a:buSzPct val="45000"/>
              <a:buNone/>
              <a:tabLst>
                <a:tab pos="457200" algn="l"/>
              </a:tabLst>
            </a:pPr>
            <a:r>
              <a:rPr lang="en-US" sz="1800" b="1" strike="noStrike" spc="-1" dirty="0">
                <a:solidFill>
                  <a:schemeClr val="accent1"/>
                </a:solidFill>
                <a:latin typeface="Calibri" panose="020F0502020204030204" pitchFamily="34" charset="0"/>
                <a:ea typeface="Calibri" panose="020F0502020204030204" pitchFamily="34" charset="0"/>
                <a:cs typeface="Calibri" panose="020F0502020204030204" pitchFamily="34" charset="0"/>
              </a:rPr>
              <a:t>"Did you know manual testing can take up to a full day, while automation can reduce it to under an hour?"</a:t>
            </a:r>
            <a:endParaRPr lang="en-US" sz="1800" b="1"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endParaRPr>
          </a:p>
          <a:p>
            <a:pPr marL="406400" indent="-342900" defTabSz="977900">
              <a:lnSpc>
                <a:spcPct val="100000"/>
              </a:lnSpc>
              <a:spcBef>
                <a:spcPts val="400"/>
              </a:spcBef>
              <a:spcAft>
                <a:spcPts val="1414"/>
              </a:spcAft>
              <a:buClr>
                <a:srgbClr val="000000"/>
              </a:buClr>
              <a:buSzPct val="75000"/>
              <a:buFont typeface="Wingdings" panose="05000000000000000000" pitchFamily="2" charset="2"/>
              <a:buChar char="§"/>
              <a:tabLst>
                <a:tab pos="346075" algn="l"/>
              </a:tabLst>
            </a:pPr>
            <a:r>
              <a:rPr lang="en-US" sz="2000" b="1"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Automation Testing:</a:t>
            </a:r>
            <a:endParaRPr lang="en-US" sz="2000" b="1" spc="-1" dirty="0">
              <a:solidFill>
                <a:srgbClr val="404040"/>
              </a:solidFill>
              <a:latin typeface="Calibri" panose="020F0502020204030204" pitchFamily="34" charset="0"/>
              <a:ea typeface="Calibri" panose="020F0502020204030204" pitchFamily="34" charset="0"/>
              <a:cs typeface="Calibri" panose="020F0502020204030204" pitchFamily="34" charset="0"/>
            </a:endParaRPr>
          </a:p>
          <a:p>
            <a:pPr marL="393700" indent="0">
              <a:lnSpc>
                <a:spcPct val="100000"/>
              </a:lnSpc>
              <a:spcBef>
                <a:spcPts val="400"/>
              </a:spcBef>
              <a:spcAft>
                <a:spcPts val="1414"/>
              </a:spcAft>
              <a:buClr>
                <a:srgbClr val="000000"/>
              </a:buClr>
              <a:buSzPct val="45000"/>
              <a:buNone/>
            </a:pPr>
            <a:r>
              <a:rPr lang="en-US" sz="1800" dirty="0">
                <a:latin typeface="Calibri" panose="020F0502020204030204" pitchFamily="34" charset="0"/>
                <a:ea typeface="Calibri" panose="020F0502020204030204" pitchFamily="34" charset="0"/>
                <a:cs typeface="Calibri" panose="020F0502020204030204" pitchFamily="34" charset="0"/>
              </a:rPr>
              <a:t>Automation testing is a software testing technique that automates the execution of manual test cases using various tools.</a:t>
            </a:r>
          </a:p>
          <a:p>
            <a:pPr marL="406400" indent="-342900" algn="just" defTabSz="346075">
              <a:lnSpc>
                <a:spcPct val="100000"/>
              </a:lnSpc>
              <a:spcBef>
                <a:spcPts val="400"/>
              </a:spcBef>
              <a:spcAft>
                <a:spcPts val="1414"/>
              </a:spcAft>
              <a:buClr>
                <a:srgbClr val="000000"/>
              </a:buClr>
              <a:buSzPct val="75000"/>
              <a:buFont typeface="Wingdings" panose="05000000000000000000" pitchFamily="2" charset="2"/>
              <a:buChar char="§"/>
            </a:pPr>
            <a:r>
              <a:rPr lang="en-US" sz="2000" b="1"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Why Automation Testing Over Manual Testing?</a:t>
            </a:r>
          </a:p>
          <a:p>
            <a:pPr marL="636588" indent="-285750" algn="just">
              <a:lnSpc>
                <a:spcPct val="100000"/>
              </a:lnSpc>
              <a:spcBef>
                <a:spcPts val="400"/>
              </a:spcBef>
              <a:spcAft>
                <a:spcPts val="1414"/>
              </a:spcAft>
              <a:buClr>
                <a:srgbClr val="000000"/>
              </a:buClr>
              <a:buSzPct val="75000"/>
              <a:buFont typeface="Wingdings" panose="05000000000000000000" pitchFamily="2" charset="2"/>
              <a:buChar char="Ø"/>
            </a:pPr>
            <a:r>
              <a:rPr lang="en-US" sz="1800"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Time Efficiency</a:t>
            </a:r>
            <a:endParaRPr lang="en-US" sz="1800" spc="-1" dirty="0">
              <a:solidFill>
                <a:srgbClr val="404040"/>
              </a:solidFill>
              <a:latin typeface="Calibri" panose="020F0502020204030204" pitchFamily="34" charset="0"/>
              <a:ea typeface="Calibri" panose="020F0502020204030204" pitchFamily="34" charset="0"/>
              <a:cs typeface="Calibri" panose="020F0502020204030204" pitchFamily="34" charset="0"/>
            </a:endParaRPr>
          </a:p>
          <a:p>
            <a:pPr marL="636588" indent="-285750" algn="just">
              <a:lnSpc>
                <a:spcPct val="100000"/>
              </a:lnSpc>
              <a:spcBef>
                <a:spcPts val="400"/>
              </a:spcBef>
              <a:spcAft>
                <a:spcPts val="1414"/>
              </a:spcAft>
              <a:buClr>
                <a:srgbClr val="000000"/>
              </a:buClr>
              <a:buSzPct val="75000"/>
              <a:buFont typeface="Wingdings" panose="05000000000000000000" pitchFamily="2" charset="2"/>
              <a:buChar char="Ø"/>
            </a:pPr>
            <a:r>
              <a:rPr lang="en-US" sz="1800"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Consistency &amp; Accuracy </a:t>
            </a:r>
            <a:endParaRPr lang="en-US" sz="1800" spc="-1" dirty="0">
              <a:solidFill>
                <a:srgbClr val="404040"/>
              </a:solidFill>
              <a:latin typeface="Calibri" panose="020F0502020204030204" pitchFamily="34" charset="0"/>
              <a:ea typeface="Calibri" panose="020F0502020204030204" pitchFamily="34" charset="0"/>
              <a:cs typeface="Calibri" panose="020F0502020204030204" pitchFamily="34" charset="0"/>
            </a:endParaRPr>
          </a:p>
          <a:p>
            <a:pPr marL="636588" indent="-285750" algn="just">
              <a:lnSpc>
                <a:spcPct val="100000"/>
              </a:lnSpc>
              <a:spcBef>
                <a:spcPts val="400"/>
              </a:spcBef>
              <a:spcAft>
                <a:spcPts val="1414"/>
              </a:spcAft>
              <a:buClr>
                <a:srgbClr val="000000"/>
              </a:buClr>
              <a:buSzPct val="75000"/>
              <a:buFont typeface="Wingdings" panose="05000000000000000000" pitchFamily="2" charset="2"/>
              <a:buChar char="Ø"/>
            </a:pPr>
            <a:r>
              <a:rPr lang="en-US" sz="180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rPr>
              <a:t>Cost-Effectiveness</a:t>
            </a:r>
            <a:endParaRPr lang="en-US" sz="1800"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636588" indent="-242888" algn="just">
              <a:lnSpc>
                <a:spcPct val="100000"/>
              </a:lnSpc>
              <a:spcBef>
                <a:spcPts val="400"/>
              </a:spcBef>
              <a:spcAft>
                <a:spcPts val="1414"/>
              </a:spcAft>
              <a:buClr>
                <a:srgbClr val="000000"/>
              </a:buClr>
              <a:buSzPct val="75000"/>
              <a:buFont typeface="Wingdings" panose="05000000000000000000" pitchFamily="2" charset="2"/>
              <a:buChar char="Ø"/>
            </a:pPr>
            <a:r>
              <a:rPr lang="en-US" sz="180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rPr>
              <a:t>Scalability</a:t>
            </a:r>
            <a:endParaRPr lang="en-US" sz="1800"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636588" indent="-242888" algn="just">
              <a:lnSpc>
                <a:spcPct val="100000"/>
              </a:lnSpc>
              <a:spcBef>
                <a:spcPts val="400"/>
              </a:spcBef>
              <a:spcAft>
                <a:spcPts val="1414"/>
              </a:spcAft>
              <a:buClr>
                <a:srgbClr val="000000"/>
              </a:buClr>
              <a:buSzPct val="75000"/>
              <a:buFont typeface="Wingdings" panose="05000000000000000000" pitchFamily="2" charset="2"/>
              <a:buChar char="Ø"/>
            </a:pPr>
            <a:r>
              <a:rPr lang="en-US" sz="1800" spc="-1" dirty="0">
                <a:solidFill>
                  <a:srgbClr val="000000"/>
                </a:solidFill>
                <a:latin typeface="Calibri" panose="020F0502020204030204" pitchFamily="34" charset="0"/>
                <a:ea typeface="Calibri" panose="020F0502020204030204" pitchFamily="34" charset="0"/>
                <a:cs typeface="Calibri" panose="020F0502020204030204" pitchFamily="34" charset="0"/>
              </a:rPr>
              <a:t>Effective </a:t>
            </a:r>
            <a:r>
              <a:rPr lang="en-US" sz="180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rPr>
              <a:t>Reporting</a:t>
            </a:r>
            <a:endParaRPr lang="en-US" sz="1800"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636588" indent="-285750" algn="just">
              <a:lnSpc>
                <a:spcPct val="100000"/>
              </a:lnSpc>
              <a:spcBef>
                <a:spcPts val="400"/>
              </a:spcBef>
              <a:spcAft>
                <a:spcPts val="1414"/>
              </a:spcAft>
              <a:buClr>
                <a:srgbClr val="000000"/>
              </a:buClr>
              <a:buSzPct val="75000"/>
              <a:buFont typeface="Wingdings" panose="05000000000000000000" pitchFamily="2" charset="2"/>
              <a:buChar char="Ø"/>
            </a:pPr>
            <a:r>
              <a:rPr lang="en-US" sz="180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rPr>
              <a:t>Faster Feedback Loop</a:t>
            </a:r>
          </a:p>
          <a:p>
            <a:pPr marL="350838" indent="0" algn="just">
              <a:lnSpc>
                <a:spcPct val="100000"/>
              </a:lnSpc>
              <a:spcBef>
                <a:spcPts val="400"/>
              </a:spcBef>
              <a:spcAft>
                <a:spcPts val="1414"/>
              </a:spcAft>
              <a:buClr>
                <a:srgbClr val="000000"/>
              </a:buClr>
              <a:buSzPct val="45000"/>
              <a:buNone/>
            </a:pPr>
            <a:endParaRPr lang="en-US" sz="180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indent="0">
              <a:lnSpc>
                <a:spcPct val="100000"/>
              </a:lnSpc>
              <a:spcBef>
                <a:spcPts val="400"/>
              </a:spcBef>
              <a:spcAft>
                <a:spcPts val="1414"/>
              </a:spcAft>
              <a:buNone/>
            </a:pPr>
            <a:r>
              <a:rPr lang="en-US" sz="1400" b="0"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 </a:t>
            </a:r>
            <a:endParaRPr lang="en-US" sz="1400" b="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indent="0">
              <a:lnSpc>
                <a:spcPct val="100000"/>
              </a:lnSpc>
              <a:spcBef>
                <a:spcPts val="400"/>
              </a:spcBef>
              <a:spcAft>
                <a:spcPts val="1414"/>
              </a:spcAft>
              <a:buNone/>
            </a:pPr>
            <a:r>
              <a:rPr lang="en-US" sz="1400" b="0"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 </a:t>
            </a:r>
            <a:endParaRPr lang="en-US" sz="1400" b="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indent="0">
              <a:lnSpc>
                <a:spcPct val="100000"/>
              </a:lnSpc>
              <a:spcBef>
                <a:spcPts val="400"/>
              </a:spcBef>
              <a:spcAft>
                <a:spcPts val="1414"/>
              </a:spcAft>
              <a:buNone/>
            </a:pPr>
            <a:r>
              <a:rPr lang="en-US" sz="1400" b="0"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 </a:t>
            </a:r>
            <a:endParaRPr lang="en-US" sz="1400" b="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indent="0">
              <a:lnSpc>
                <a:spcPct val="100000"/>
              </a:lnSpc>
              <a:spcBef>
                <a:spcPts val="400"/>
              </a:spcBef>
              <a:spcAft>
                <a:spcPts val="1414"/>
              </a:spcAft>
              <a:buNone/>
            </a:pPr>
            <a:r>
              <a:rPr lang="en-US" sz="1400" b="0"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 </a:t>
            </a:r>
            <a:endParaRPr lang="en-US" sz="1400" b="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indent="0">
              <a:lnSpc>
                <a:spcPct val="100000"/>
              </a:lnSpc>
              <a:spcBef>
                <a:spcPts val="400"/>
              </a:spcBef>
              <a:spcAft>
                <a:spcPts val="1414"/>
              </a:spcAft>
              <a:buNone/>
            </a:pPr>
            <a:r>
              <a:rPr lang="en-US" sz="1400" b="0"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 </a:t>
            </a:r>
            <a:endParaRPr lang="en-US" sz="1400" b="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indent="0">
              <a:lnSpc>
                <a:spcPct val="100000"/>
              </a:lnSpc>
              <a:spcBef>
                <a:spcPts val="400"/>
              </a:spcBef>
              <a:spcAft>
                <a:spcPts val="1414"/>
              </a:spcAft>
              <a:buNone/>
            </a:pPr>
            <a:r>
              <a:rPr lang="en-US" sz="1400" b="1"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 </a:t>
            </a:r>
            <a:endParaRPr lang="en-US" sz="1400" b="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4034917"/>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0" name="PlaceHolder 1"/>
          <p:cNvSpPr>
            <a:spLocks noGrp="1"/>
          </p:cNvSpPr>
          <p:nvPr>
            <p:ph type="title"/>
          </p:nvPr>
        </p:nvSpPr>
        <p:spPr>
          <a:xfrm>
            <a:off x="421560" y="60840"/>
            <a:ext cx="11403360" cy="642240"/>
          </a:xfrm>
          <a:prstGeom prst="rect">
            <a:avLst/>
          </a:prstGeom>
          <a:noFill/>
          <a:ln w="12600">
            <a:noFill/>
          </a:ln>
        </p:spPr>
        <p:txBody>
          <a:bodyPr lIns="90000" tIns="45000" rIns="90000" bIns="45000" anchor="t">
            <a:noAutofit/>
          </a:bodyPr>
          <a:lstStyle/>
          <a:p>
            <a:pPr indent="0">
              <a:lnSpc>
                <a:spcPct val="100000"/>
              </a:lnSpc>
              <a:buNone/>
            </a:pPr>
            <a:r>
              <a:rPr lang="en-US" sz="3200" b="0" strike="noStrike" spc="-1" dirty="0">
                <a:solidFill>
                  <a:srgbClr val="007DC5"/>
                </a:solidFill>
                <a:latin typeface="Calibri"/>
                <a:ea typeface="Calibri"/>
              </a:rPr>
              <a:t>Automation Testing – Do’s and Don’ts </a:t>
            </a:r>
            <a:endParaRPr lang="en-US" sz="3200" b="0" strike="noStrike" spc="-1" dirty="0">
              <a:solidFill>
                <a:srgbClr val="000000"/>
              </a:solidFill>
              <a:latin typeface="Arial"/>
            </a:endParaRPr>
          </a:p>
        </p:txBody>
      </p:sp>
      <p:sp>
        <p:nvSpPr>
          <p:cNvPr id="281" name="PlaceHolder 2"/>
          <p:cNvSpPr>
            <a:spLocks noGrp="1"/>
          </p:cNvSpPr>
          <p:nvPr>
            <p:ph/>
          </p:nvPr>
        </p:nvSpPr>
        <p:spPr>
          <a:xfrm>
            <a:off x="421560" y="703081"/>
            <a:ext cx="11405880" cy="5886906"/>
          </a:xfrm>
          <a:prstGeom prst="rect">
            <a:avLst/>
          </a:prstGeom>
          <a:noFill/>
          <a:ln w="12600">
            <a:noFill/>
          </a:ln>
        </p:spPr>
        <p:txBody>
          <a:bodyPr lIns="68760" tIns="34200" rIns="68760" bIns="34200" anchor="t">
            <a:noAutofit/>
          </a:bodyPr>
          <a:lstStyle/>
          <a:p>
            <a:pPr>
              <a:lnSpc>
                <a:spcPct val="100000"/>
              </a:lnSpc>
              <a:spcBef>
                <a:spcPts val="400"/>
              </a:spcBef>
              <a:spcAft>
                <a:spcPts val="1414"/>
              </a:spcAft>
              <a:buClr>
                <a:schemeClr val="accent1"/>
              </a:buClr>
              <a:buSzPct val="96000"/>
              <a:buFont typeface="Wingdings" panose="05000000000000000000" pitchFamily="2" charset="2"/>
              <a:buChar char="ü"/>
            </a:pPr>
            <a:r>
              <a:rPr lang="en-US" sz="2000" b="1" strike="noStrike" spc="-1" dirty="0">
                <a:solidFill>
                  <a:schemeClr val="accent1"/>
                </a:solidFill>
                <a:latin typeface="Calibri" panose="020F0502020204030204" pitchFamily="34" charset="0"/>
                <a:ea typeface="Calibri" panose="020F0502020204030204" pitchFamily="34" charset="0"/>
                <a:cs typeface="Calibri" panose="020F0502020204030204" pitchFamily="34" charset="0"/>
              </a:rPr>
              <a:t>Do's:</a:t>
            </a:r>
          </a:p>
          <a:p>
            <a:pPr>
              <a:lnSpc>
                <a:spcPct val="100000"/>
              </a:lnSpc>
              <a:spcBef>
                <a:spcPts val="400"/>
              </a:spcBef>
              <a:spcAft>
                <a:spcPts val="1414"/>
              </a:spcAft>
              <a:buClr>
                <a:schemeClr val="accent1"/>
              </a:buClr>
              <a:buSzPct val="75000"/>
              <a:buFont typeface="Wingdings" panose="05000000000000000000" pitchFamily="2" charset="2"/>
              <a:buChar char="Ø"/>
            </a:pPr>
            <a:r>
              <a:rPr lang="en-US" sz="1800" strike="noStrike" spc="-1" dirty="0">
                <a:latin typeface="Calibri" panose="020F0502020204030204" pitchFamily="34" charset="0"/>
                <a:ea typeface="Calibri" panose="020F0502020204030204" pitchFamily="34" charset="0"/>
                <a:cs typeface="Calibri" panose="020F0502020204030204" pitchFamily="34" charset="0"/>
              </a:rPr>
              <a:t>Prioritize High-Impact Test Cases: Automate tests that run frequently, like regression, smoke, and sanity tests.</a:t>
            </a:r>
            <a:endParaRPr lang="en-US" sz="1800" spc="-1" dirty="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400"/>
              </a:spcBef>
              <a:spcAft>
                <a:spcPts val="1414"/>
              </a:spcAft>
              <a:buClr>
                <a:schemeClr val="accent1"/>
              </a:buClr>
              <a:buSzPct val="75000"/>
              <a:buFont typeface="Wingdings" panose="05000000000000000000" pitchFamily="2" charset="2"/>
              <a:buChar char="Ø"/>
            </a:pPr>
            <a:r>
              <a:rPr lang="en-US" sz="1800" strike="noStrike" spc="-1" dirty="0">
                <a:latin typeface="Calibri" panose="020F0502020204030204" pitchFamily="34" charset="0"/>
                <a:ea typeface="Calibri" panose="020F0502020204030204" pitchFamily="34" charset="0"/>
                <a:cs typeface="Calibri" panose="020F0502020204030204" pitchFamily="34" charset="0"/>
              </a:rPr>
              <a:t>Maintain Your Automation Suite: </a:t>
            </a:r>
            <a:r>
              <a:rPr lang="en-US" sz="1800" dirty="0">
                <a:latin typeface="Calibri" panose="020F0502020204030204" pitchFamily="34" charset="0"/>
                <a:ea typeface="Calibri" panose="020F0502020204030204" pitchFamily="34" charset="0"/>
                <a:cs typeface="Calibri" panose="020F0502020204030204" pitchFamily="34" charset="0"/>
              </a:rPr>
              <a:t>Have a good test case management and maintenance process in place. Changes in requirements or test environment directly impacts the test cases. Keeping pace with the changes is vital for successful test automation. </a:t>
            </a:r>
            <a:r>
              <a:rPr lang="en-US" sz="1800" strike="noStrike" spc="-1" dirty="0">
                <a:latin typeface="Calibri" panose="020F0502020204030204" pitchFamily="34" charset="0"/>
                <a:ea typeface="Calibri" panose="020F0502020204030204" pitchFamily="34" charset="0"/>
                <a:cs typeface="Calibri" panose="020F0502020204030204" pitchFamily="34" charset="0"/>
              </a:rPr>
              <a:t>For example, IBT saw a massive improvement in Pass% after addressing unmaintained scripts.</a:t>
            </a:r>
            <a:endParaRPr lang="en-US" sz="1800" spc="-1" dirty="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400"/>
              </a:spcBef>
              <a:spcAft>
                <a:spcPts val="1414"/>
              </a:spcAft>
              <a:buClr>
                <a:schemeClr val="accent1"/>
              </a:buClr>
              <a:buSzPct val="75000"/>
              <a:buFont typeface="Wingdings" panose="05000000000000000000" pitchFamily="2" charset="2"/>
              <a:buChar char="Ø"/>
            </a:pPr>
            <a:r>
              <a:rPr lang="en-US" sz="1800" strike="noStrike" spc="-1" dirty="0">
                <a:latin typeface="Calibri" panose="020F0502020204030204" pitchFamily="34" charset="0"/>
                <a:ea typeface="Calibri" panose="020F0502020204030204" pitchFamily="34" charset="0"/>
                <a:cs typeface="Calibri" panose="020F0502020204030204" pitchFamily="34" charset="0"/>
              </a:rPr>
              <a:t>Integrate Automation with CI/CD: Automate the execution in your CI/CD pipeline, just as </a:t>
            </a:r>
            <a:r>
              <a:rPr lang="en-US" sz="1800" spc="-1" dirty="0">
                <a:latin typeface="Calibri" panose="020F0502020204030204" pitchFamily="34" charset="0"/>
                <a:ea typeface="Calibri" panose="020F0502020204030204" pitchFamily="34" charset="0"/>
                <a:cs typeface="Calibri" panose="020F0502020204030204" pitchFamily="34" charset="0"/>
              </a:rPr>
              <a:t>we</a:t>
            </a:r>
            <a:r>
              <a:rPr lang="en-US" sz="1800" strike="noStrike" spc="-1" dirty="0">
                <a:latin typeface="Calibri" panose="020F0502020204030204" pitchFamily="34" charset="0"/>
                <a:ea typeface="Calibri" panose="020F0502020204030204" pitchFamily="34" charset="0"/>
                <a:cs typeface="Calibri" panose="020F0502020204030204" pitchFamily="34" charset="0"/>
              </a:rPr>
              <a:t>’ve done with GitHub Actions for IPD API Regression tests.</a:t>
            </a:r>
            <a:endParaRPr lang="en-US" sz="1800" spc="-1" dirty="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400"/>
              </a:spcBef>
              <a:spcAft>
                <a:spcPts val="1414"/>
              </a:spcAft>
              <a:buClr>
                <a:schemeClr val="accent1"/>
              </a:buClr>
              <a:buSzPct val="75000"/>
              <a:buFont typeface="Wingdings" panose="05000000000000000000" pitchFamily="2" charset="2"/>
              <a:buChar char="Ø"/>
            </a:pPr>
            <a:r>
              <a:rPr lang="en-US" sz="1800" strike="noStrike" spc="-1" dirty="0">
                <a:latin typeface="Calibri" panose="020F0502020204030204" pitchFamily="34" charset="0"/>
                <a:ea typeface="Calibri" panose="020F0502020204030204" pitchFamily="34" charset="0"/>
                <a:cs typeface="Calibri" panose="020F0502020204030204" pitchFamily="34" charset="0"/>
              </a:rPr>
              <a:t>Test on Realistic Data: </a:t>
            </a:r>
            <a:r>
              <a:rPr lang="en-US" sz="1800" dirty="0">
                <a:effectLst/>
                <a:latin typeface="Calibri" panose="020F0502020204030204" pitchFamily="34" charset="0"/>
                <a:ea typeface="Calibri" panose="020F0502020204030204" pitchFamily="34" charset="0"/>
                <a:cs typeface="Calibri" panose="020F0502020204030204" pitchFamily="34" charset="0"/>
              </a:rPr>
              <a:t>Ensure your test data reflects production scenarios to catch real issues early. Test data management is crucial.</a:t>
            </a:r>
            <a:endParaRPr lang="en-US" sz="1800" strike="noStrike" spc="-1" dirty="0">
              <a:latin typeface="Calibri" panose="020F0502020204030204" pitchFamily="34" charset="0"/>
              <a:ea typeface="Calibri" panose="020F0502020204030204" pitchFamily="34" charset="0"/>
              <a:cs typeface="Calibri" panose="020F0502020204030204" pitchFamily="34" charset="0"/>
            </a:endParaRPr>
          </a:p>
          <a:p>
            <a:pPr marL="0" indent="0">
              <a:lnSpc>
                <a:spcPct val="100000"/>
              </a:lnSpc>
              <a:spcBef>
                <a:spcPts val="400"/>
              </a:spcBef>
              <a:spcAft>
                <a:spcPts val="1414"/>
              </a:spcAft>
              <a:buClr>
                <a:srgbClr val="000000"/>
              </a:buClr>
              <a:buSzPct val="45000"/>
              <a:buNone/>
            </a:pPr>
            <a:r>
              <a:rPr lang="en-US" sz="2400" b="1" strike="noStrike" spc="-1" dirty="0">
                <a:solidFill>
                  <a:schemeClr val="accent6"/>
                </a:solidFill>
                <a:latin typeface="Calibri" panose="020F0502020204030204" pitchFamily="34" charset="0"/>
                <a:ea typeface="Calibri" panose="020F0502020204030204" pitchFamily="34" charset="0"/>
                <a:cs typeface="Calibri" panose="020F0502020204030204" pitchFamily="34" charset="0"/>
              </a:rPr>
              <a:t>×</a:t>
            </a:r>
            <a:r>
              <a:rPr lang="en-US" sz="1800" b="1" strike="noStrike" spc="-1" dirty="0">
                <a:solidFill>
                  <a:schemeClr val="accent6"/>
                </a:solidFill>
                <a:latin typeface="Calibri" panose="020F0502020204030204" pitchFamily="34" charset="0"/>
                <a:ea typeface="Calibri" panose="020F0502020204030204" pitchFamily="34" charset="0"/>
                <a:cs typeface="Calibri" panose="020F0502020204030204" pitchFamily="34" charset="0"/>
              </a:rPr>
              <a:t>  </a:t>
            </a:r>
            <a:r>
              <a:rPr lang="en-US" sz="2000" b="1" strike="noStrike" spc="-1" dirty="0">
                <a:solidFill>
                  <a:schemeClr val="accent6"/>
                </a:solidFill>
                <a:latin typeface="Calibri" panose="020F0502020204030204" pitchFamily="34" charset="0"/>
                <a:ea typeface="Calibri" panose="020F0502020204030204" pitchFamily="34" charset="0"/>
                <a:cs typeface="Calibri" panose="020F0502020204030204" pitchFamily="34" charset="0"/>
              </a:rPr>
              <a:t>Don'ts:</a:t>
            </a:r>
          </a:p>
          <a:p>
            <a:pPr>
              <a:lnSpc>
                <a:spcPct val="100000"/>
              </a:lnSpc>
              <a:spcBef>
                <a:spcPts val="400"/>
              </a:spcBef>
              <a:spcAft>
                <a:spcPts val="1414"/>
              </a:spcAft>
              <a:buClr>
                <a:schemeClr val="accent6"/>
              </a:buClr>
              <a:buSzPct val="75000"/>
              <a:buFont typeface="Wingdings" panose="05000000000000000000" pitchFamily="2" charset="2"/>
              <a:buChar char="Ø"/>
            </a:pPr>
            <a:r>
              <a:rPr lang="en-US" sz="1800" strike="noStrike" spc="-1" dirty="0">
                <a:latin typeface="Calibri" panose="020F0502020204030204" pitchFamily="34" charset="0"/>
                <a:ea typeface="Calibri" panose="020F0502020204030204" pitchFamily="34" charset="0"/>
                <a:cs typeface="Calibri" panose="020F0502020204030204" pitchFamily="34" charset="0"/>
              </a:rPr>
              <a:t>Don’t Automate Everything: Not all tests are suitable for automation. Avoid automating one-off or very complex test cases that require human intervention.</a:t>
            </a:r>
            <a:endParaRPr lang="en-US" sz="1800" spc="-1" dirty="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400"/>
              </a:spcBef>
              <a:spcAft>
                <a:spcPts val="1414"/>
              </a:spcAft>
              <a:buClr>
                <a:schemeClr val="accent6"/>
              </a:buClr>
              <a:buSzPct val="75000"/>
              <a:buFont typeface="Wingdings" panose="05000000000000000000" pitchFamily="2" charset="2"/>
              <a:buChar char="Ø"/>
            </a:pPr>
            <a:r>
              <a:rPr lang="en-US" sz="1800" strike="noStrike" spc="-1" dirty="0">
                <a:latin typeface="Calibri" panose="020F0502020204030204" pitchFamily="34" charset="0"/>
                <a:ea typeface="Calibri" panose="020F0502020204030204" pitchFamily="34" charset="0"/>
                <a:cs typeface="Calibri" panose="020F0502020204030204" pitchFamily="34" charset="0"/>
              </a:rPr>
              <a:t>Don’t Ignore Failures: Consistently monitor and address test failures. Don’t let them accumulate.</a:t>
            </a:r>
            <a:endParaRPr lang="en-US" sz="1800" spc="-1" dirty="0">
              <a:latin typeface="Calibri" panose="020F0502020204030204" pitchFamily="34" charset="0"/>
              <a:ea typeface="Calibri" panose="020F0502020204030204" pitchFamily="34" charset="0"/>
              <a:cs typeface="Calibri" panose="020F0502020204030204" pitchFamily="34" charset="0"/>
            </a:endParaRPr>
          </a:p>
          <a:p>
            <a:pPr>
              <a:lnSpc>
                <a:spcPct val="100000"/>
              </a:lnSpc>
              <a:spcBef>
                <a:spcPts val="400"/>
              </a:spcBef>
              <a:spcAft>
                <a:spcPts val="1414"/>
              </a:spcAft>
              <a:buClr>
                <a:schemeClr val="accent6"/>
              </a:buClr>
              <a:buSzPct val="75000"/>
              <a:buFont typeface="Wingdings" panose="05000000000000000000" pitchFamily="2" charset="2"/>
              <a:buChar char="Ø"/>
            </a:pPr>
            <a:r>
              <a:rPr lang="en-US" sz="1800" strike="noStrike" spc="-1" dirty="0">
                <a:latin typeface="Calibri" panose="020F0502020204030204" pitchFamily="34" charset="0"/>
                <a:ea typeface="Calibri" panose="020F0502020204030204" pitchFamily="34" charset="0"/>
                <a:cs typeface="Calibri" panose="020F0502020204030204" pitchFamily="34" charset="0"/>
              </a:rPr>
              <a:t>Don’t Rely Solely on Automation: Manual testing is still necessary for exploratory, usability, and one-off cases.</a:t>
            </a:r>
          </a:p>
          <a:p>
            <a:pPr marL="350838" indent="0" algn="just">
              <a:lnSpc>
                <a:spcPct val="100000"/>
              </a:lnSpc>
              <a:spcBef>
                <a:spcPts val="400"/>
              </a:spcBef>
              <a:spcAft>
                <a:spcPts val="1414"/>
              </a:spcAft>
              <a:buClr>
                <a:srgbClr val="000000"/>
              </a:buClr>
              <a:buSzPct val="45000"/>
              <a:buNone/>
            </a:pPr>
            <a:endParaRPr lang="en-US" sz="180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indent="0">
              <a:lnSpc>
                <a:spcPct val="100000"/>
              </a:lnSpc>
              <a:spcBef>
                <a:spcPts val="400"/>
              </a:spcBef>
              <a:spcAft>
                <a:spcPts val="1414"/>
              </a:spcAft>
              <a:buNone/>
            </a:pPr>
            <a:r>
              <a:rPr lang="en-US" sz="1400"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 </a:t>
            </a:r>
            <a:endParaRPr lang="en-US" sz="140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indent="0">
              <a:lnSpc>
                <a:spcPct val="100000"/>
              </a:lnSpc>
              <a:spcBef>
                <a:spcPts val="400"/>
              </a:spcBef>
              <a:spcAft>
                <a:spcPts val="1414"/>
              </a:spcAft>
              <a:buNone/>
            </a:pPr>
            <a:r>
              <a:rPr lang="en-US" sz="1400"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 </a:t>
            </a:r>
            <a:endParaRPr lang="en-US" sz="140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indent="0">
              <a:lnSpc>
                <a:spcPct val="100000"/>
              </a:lnSpc>
              <a:spcBef>
                <a:spcPts val="400"/>
              </a:spcBef>
              <a:spcAft>
                <a:spcPts val="1414"/>
              </a:spcAft>
              <a:buNone/>
            </a:pPr>
            <a:r>
              <a:rPr lang="en-US" sz="1400"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 </a:t>
            </a:r>
            <a:endParaRPr lang="en-US" sz="140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indent="0">
              <a:lnSpc>
                <a:spcPct val="100000"/>
              </a:lnSpc>
              <a:spcBef>
                <a:spcPts val="400"/>
              </a:spcBef>
              <a:spcAft>
                <a:spcPts val="1414"/>
              </a:spcAft>
              <a:buNone/>
            </a:pPr>
            <a:r>
              <a:rPr lang="en-US" sz="1400"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 </a:t>
            </a:r>
            <a:endParaRPr lang="en-US" sz="140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indent="0">
              <a:lnSpc>
                <a:spcPct val="100000"/>
              </a:lnSpc>
              <a:spcBef>
                <a:spcPts val="400"/>
              </a:spcBef>
              <a:spcAft>
                <a:spcPts val="1414"/>
              </a:spcAft>
              <a:buNone/>
            </a:pPr>
            <a:r>
              <a:rPr lang="en-US" sz="1400"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 </a:t>
            </a:r>
            <a:endParaRPr lang="en-US" sz="140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indent="0">
              <a:lnSpc>
                <a:spcPct val="100000"/>
              </a:lnSpc>
              <a:spcBef>
                <a:spcPts val="400"/>
              </a:spcBef>
              <a:spcAft>
                <a:spcPts val="1414"/>
              </a:spcAft>
              <a:buNone/>
            </a:pPr>
            <a:r>
              <a:rPr lang="en-US" sz="1400" strike="noStrike" spc="-1" dirty="0">
                <a:solidFill>
                  <a:srgbClr val="404040"/>
                </a:solidFill>
                <a:latin typeface="Calibri" panose="020F0502020204030204" pitchFamily="34" charset="0"/>
                <a:ea typeface="Calibri" panose="020F0502020204030204" pitchFamily="34" charset="0"/>
                <a:cs typeface="Calibri" panose="020F0502020204030204" pitchFamily="34" charset="0"/>
              </a:rPr>
              <a:t> </a:t>
            </a:r>
            <a:endParaRPr lang="en-US" sz="1400"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36544781"/>
      </p:ext>
    </p:extLst>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4" name="PlaceHolder 1"/>
          <p:cNvSpPr>
            <a:spLocks noGrp="1"/>
          </p:cNvSpPr>
          <p:nvPr>
            <p:ph/>
          </p:nvPr>
        </p:nvSpPr>
        <p:spPr>
          <a:xfrm>
            <a:off x="421560" y="924840"/>
            <a:ext cx="11348640" cy="4525560"/>
          </a:xfrm>
          <a:prstGeom prst="rect">
            <a:avLst/>
          </a:prstGeom>
          <a:noFill/>
          <a:ln w="12600">
            <a:noFill/>
          </a:ln>
        </p:spPr>
        <p:txBody>
          <a:bodyPr lIns="68760" tIns="34200" rIns="68760" bIns="34200" anchor="t">
            <a:normAutofit fontScale="85000" lnSpcReduction="20000"/>
          </a:bodyPr>
          <a:lstStyle/>
          <a:p>
            <a:pPr marL="342360" indent="-342000">
              <a:lnSpc>
                <a:spcPct val="100000"/>
              </a:lnSpc>
              <a:spcBef>
                <a:spcPts val="400"/>
              </a:spcBef>
              <a:spcAft>
                <a:spcPts val="1414"/>
              </a:spcAft>
              <a:buNone/>
            </a:pPr>
            <a:r>
              <a:rPr lang="en-US" sz="2000" b="1" strike="noStrike" spc="-1">
                <a:solidFill>
                  <a:srgbClr val="404040"/>
                </a:solidFill>
                <a:latin typeface="Calibri"/>
                <a:ea typeface="Calibri"/>
              </a:rPr>
              <a:t> </a:t>
            </a:r>
            <a:endParaRPr lang="en-US" sz="2000" b="0" strike="noStrike" spc="-1">
              <a:solidFill>
                <a:srgbClr val="000000"/>
              </a:solidFill>
              <a:latin typeface="Arial"/>
            </a:endParaRPr>
          </a:p>
          <a:p>
            <a:pPr marL="342360" indent="-342000">
              <a:lnSpc>
                <a:spcPct val="100000"/>
              </a:lnSpc>
              <a:spcBef>
                <a:spcPts val="400"/>
              </a:spcBef>
              <a:spcAft>
                <a:spcPts val="1414"/>
              </a:spcAft>
              <a:buNone/>
            </a:pPr>
            <a:r>
              <a:rPr lang="en-US" sz="2000" b="1" strike="noStrike" spc="-1">
                <a:solidFill>
                  <a:srgbClr val="404040"/>
                </a:solidFill>
                <a:latin typeface="Calibri"/>
                <a:ea typeface="Calibri"/>
              </a:rPr>
              <a:t> </a:t>
            </a:r>
            <a:endParaRPr lang="en-US" sz="2000" b="0" strike="noStrike" spc="-1">
              <a:solidFill>
                <a:srgbClr val="000000"/>
              </a:solidFill>
              <a:latin typeface="Arial"/>
            </a:endParaRPr>
          </a:p>
          <a:p>
            <a:pPr marL="342360" indent="-342000">
              <a:lnSpc>
                <a:spcPct val="100000"/>
              </a:lnSpc>
              <a:spcBef>
                <a:spcPts val="400"/>
              </a:spcBef>
              <a:spcAft>
                <a:spcPts val="1414"/>
              </a:spcAft>
              <a:buNone/>
            </a:pPr>
            <a:r>
              <a:rPr lang="en-US" sz="2000" b="1" strike="noStrike" spc="-1">
                <a:solidFill>
                  <a:srgbClr val="404040"/>
                </a:solidFill>
                <a:latin typeface="Calibri"/>
                <a:ea typeface="Calibri"/>
              </a:rPr>
              <a:t> </a:t>
            </a:r>
            <a:endParaRPr lang="en-US" sz="2000" b="0" strike="noStrike" spc="-1">
              <a:solidFill>
                <a:srgbClr val="000000"/>
              </a:solidFill>
              <a:latin typeface="Arial"/>
            </a:endParaRPr>
          </a:p>
          <a:p>
            <a:pPr marL="342360" indent="-342000" algn="just">
              <a:lnSpc>
                <a:spcPct val="100000"/>
              </a:lnSpc>
              <a:spcBef>
                <a:spcPts val="400"/>
              </a:spcBef>
              <a:spcAft>
                <a:spcPts val="1414"/>
              </a:spcAft>
              <a:buNone/>
            </a:pPr>
            <a:r>
              <a:rPr lang="en-US" sz="2800" b="1" strike="noStrike" spc="-1">
                <a:solidFill>
                  <a:srgbClr val="404040"/>
                </a:solidFill>
                <a:latin typeface="Calibri"/>
                <a:ea typeface="Calibri"/>
              </a:rPr>
              <a:t> </a:t>
            </a:r>
            <a:endParaRPr lang="en-US" sz="2800" b="0" strike="noStrike" spc="-1">
              <a:solidFill>
                <a:srgbClr val="000000"/>
              </a:solidFill>
              <a:latin typeface="Arial"/>
            </a:endParaRPr>
          </a:p>
          <a:p>
            <a:pPr indent="0">
              <a:lnSpc>
                <a:spcPct val="100000"/>
              </a:lnSpc>
              <a:spcBef>
                <a:spcPts val="400"/>
              </a:spcBef>
              <a:spcAft>
                <a:spcPts val="1414"/>
              </a:spcAft>
              <a:buNone/>
            </a:pPr>
            <a:r>
              <a:rPr lang="en-US" sz="2000" b="0" strike="noStrike" spc="-1">
                <a:solidFill>
                  <a:srgbClr val="404040"/>
                </a:solidFill>
                <a:latin typeface="Calibri"/>
                <a:ea typeface="Calibri"/>
              </a:rPr>
              <a:t> </a:t>
            </a:r>
            <a:endParaRPr lang="en-US" sz="2000" b="0" strike="noStrike" spc="-1">
              <a:solidFill>
                <a:srgbClr val="000000"/>
              </a:solidFill>
              <a:latin typeface="Arial"/>
            </a:endParaRPr>
          </a:p>
          <a:p>
            <a:pPr indent="0">
              <a:lnSpc>
                <a:spcPct val="100000"/>
              </a:lnSpc>
              <a:spcBef>
                <a:spcPts val="400"/>
              </a:spcBef>
              <a:spcAft>
                <a:spcPts val="1414"/>
              </a:spcAft>
              <a:buNone/>
            </a:pPr>
            <a:r>
              <a:rPr lang="en-US" sz="2400" b="0" strike="noStrike" spc="-1">
                <a:solidFill>
                  <a:srgbClr val="404040"/>
                </a:solidFill>
                <a:latin typeface="Calibri"/>
                <a:ea typeface="Calibri"/>
              </a:rPr>
              <a:t> </a:t>
            </a:r>
            <a:endParaRPr lang="en-US" sz="2400" b="0" strike="noStrike" spc="-1">
              <a:solidFill>
                <a:srgbClr val="000000"/>
              </a:solidFill>
              <a:latin typeface="Arial"/>
            </a:endParaRPr>
          </a:p>
          <a:p>
            <a:pPr indent="0">
              <a:lnSpc>
                <a:spcPct val="100000"/>
              </a:lnSpc>
              <a:spcBef>
                <a:spcPts val="400"/>
              </a:spcBef>
              <a:spcAft>
                <a:spcPts val="1414"/>
              </a:spcAft>
              <a:buNone/>
            </a:pPr>
            <a:r>
              <a:rPr lang="en-US" sz="2400" b="0" strike="noStrike" spc="-1">
                <a:solidFill>
                  <a:srgbClr val="404040"/>
                </a:solidFill>
                <a:latin typeface="Calibri"/>
                <a:ea typeface="Calibri"/>
              </a:rPr>
              <a:t> </a:t>
            </a:r>
            <a:endParaRPr lang="en-US" sz="2400" b="0" strike="noStrike" spc="-1">
              <a:solidFill>
                <a:srgbClr val="000000"/>
              </a:solidFill>
              <a:latin typeface="Arial"/>
            </a:endParaRPr>
          </a:p>
          <a:p>
            <a:pPr indent="0">
              <a:lnSpc>
                <a:spcPct val="100000"/>
              </a:lnSpc>
              <a:spcBef>
                <a:spcPts val="400"/>
              </a:spcBef>
              <a:spcAft>
                <a:spcPts val="1414"/>
              </a:spcAft>
              <a:buNone/>
            </a:pPr>
            <a:r>
              <a:rPr lang="en-US" sz="2400" b="0" strike="noStrike" spc="-1">
                <a:solidFill>
                  <a:srgbClr val="404040"/>
                </a:solidFill>
                <a:latin typeface="Calibri"/>
                <a:ea typeface="Calibri"/>
              </a:rPr>
              <a:t> </a:t>
            </a:r>
            <a:endParaRPr lang="en-US" sz="2400" b="0" strike="noStrike" spc="-1">
              <a:solidFill>
                <a:srgbClr val="000000"/>
              </a:solidFill>
              <a:latin typeface="Arial"/>
            </a:endParaRPr>
          </a:p>
          <a:p>
            <a:pPr indent="0">
              <a:lnSpc>
                <a:spcPct val="100000"/>
              </a:lnSpc>
              <a:spcBef>
                <a:spcPts val="400"/>
              </a:spcBef>
              <a:spcAft>
                <a:spcPts val="1414"/>
              </a:spcAft>
              <a:buNone/>
            </a:pPr>
            <a:r>
              <a:rPr lang="en-US" sz="2000" b="0" strike="noStrike" spc="-1">
                <a:solidFill>
                  <a:srgbClr val="404040"/>
                </a:solidFill>
                <a:latin typeface="Calibri"/>
                <a:ea typeface="Calibri"/>
              </a:rPr>
              <a:t> </a:t>
            </a:r>
            <a:endParaRPr lang="en-US" sz="2000" b="0" strike="noStrike" spc="-1">
              <a:solidFill>
                <a:srgbClr val="000000"/>
              </a:solidFill>
              <a:latin typeface="Arial"/>
            </a:endParaRPr>
          </a:p>
          <a:p>
            <a:pPr indent="0">
              <a:lnSpc>
                <a:spcPct val="100000"/>
              </a:lnSpc>
              <a:spcBef>
                <a:spcPts val="400"/>
              </a:spcBef>
              <a:spcAft>
                <a:spcPts val="1414"/>
              </a:spcAft>
              <a:buNone/>
            </a:pPr>
            <a:r>
              <a:rPr lang="en-US" sz="2800" b="1" strike="noStrike" spc="-1">
                <a:solidFill>
                  <a:srgbClr val="404040"/>
                </a:solidFill>
                <a:latin typeface="Calibri"/>
                <a:ea typeface="Calibri"/>
              </a:rPr>
              <a:t> </a:t>
            </a:r>
            <a:endParaRPr lang="en-US" sz="2800" b="0" strike="noStrike" spc="-1">
              <a:solidFill>
                <a:srgbClr val="000000"/>
              </a:solidFill>
              <a:latin typeface="Arial"/>
            </a:endParaRPr>
          </a:p>
        </p:txBody>
      </p:sp>
      <p:sp>
        <p:nvSpPr>
          <p:cNvPr id="315" name="TextBox 3"/>
          <p:cNvSpPr/>
          <p:nvPr/>
        </p:nvSpPr>
        <p:spPr>
          <a:xfrm>
            <a:off x="4978800" y="3178800"/>
            <a:ext cx="2627640" cy="579240"/>
          </a:xfrm>
          <a:custGeom>
            <a:avLst/>
            <a:gdLst>
              <a:gd name="textAreaLeft" fmla="*/ 0 w 2627640"/>
              <a:gd name="textAreaRight" fmla="*/ 2628000 w 2627640"/>
              <a:gd name="textAreaTop" fmla="*/ 0 h 579240"/>
              <a:gd name="textAreaBottom" fmla="*/ 579600 h 57924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anchor="t">
            <a:spAutoFit/>
          </a:bodyPr>
          <a:lstStyle/>
          <a:p>
            <a:endParaRPr lang="en-US" sz="1800" b="0" strike="noStrike" spc="-1">
              <a:solidFill>
                <a:srgbClr val="000000"/>
              </a:solidFill>
              <a:latin typeface="Arial"/>
            </a:endParaRPr>
          </a:p>
        </p:txBody>
      </p:sp>
      <p:pic>
        <p:nvPicPr>
          <p:cNvPr id="316" name="Picture 315"/>
          <p:cNvPicPr/>
          <p:nvPr/>
        </p:nvPicPr>
        <p:blipFill>
          <a:blip r:embed="rId3"/>
          <a:stretch/>
        </p:blipFill>
        <p:spPr>
          <a:xfrm>
            <a:off x="548640" y="822960"/>
            <a:ext cx="3840480" cy="2194560"/>
          </a:xfrm>
          <a:prstGeom prst="rect">
            <a:avLst/>
          </a:prstGeom>
          <a:ln w="12600">
            <a:noFill/>
          </a:ln>
        </p:spPr>
      </p:pic>
      <p:pic>
        <p:nvPicPr>
          <p:cNvPr id="317" name="Picture 316"/>
          <p:cNvPicPr/>
          <p:nvPr/>
        </p:nvPicPr>
        <p:blipFill>
          <a:blip r:embed="rId4"/>
          <a:stretch/>
        </p:blipFill>
        <p:spPr>
          <a:xfrm>
            <a:off x="6703920" y="2501640"/>
            <a:ext cx="5000400" cy="3533400"/>
          </a:xfrm>
          <a:prstGeom prst="rect">
            <a:avLst/>
          </a:prstGeom>
          <a:ln w="12600">
            <a:noFill/>
          </a:ln>
        </p:spPr>
      </p:pic>
    </p:spTree>
  </p:cSld>
  <p:clrMapOvr>
    <a:masterClrMapping/>
  </p:clrMapOvr>
  <mc:AlternateContent xmlns:mc="http://schemas.openxmlformats.org/markup-compatibility/2006" xmlns:p14="http://schemas.microsoft.com/office/powerpoint/2010/main">
    <mc:Choice Requires="p14">
      <p:transition spd="slow" p14:dur="3000"/>
    </mc:Choice>
    <mc:Fallback xmlns="">
      <p:transition spd="slow"/>
    </mc:Fallback>
  </mc:AlternateContent>
</p:sld>
</file>

<file path=ppt/theme/theme1.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5.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7.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8.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829</TotalTime>
  <Words>315</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4</vt:i4>
      </vt:variant>
    </vt:vector>
  </HeadingPairs>
  <TitlesOfParts>
    <vt:vector size="17" baseType="lpstr">
      <vt:lpstr>-apple-system</vt:lpstr>
      <vt:lpstr>Arial</vt:lpstr>
      <vt:lpstr>Calibri</vt:lpstr>
      <vt:lpstr>Symbol</vt:lpstr>
      <vt:lpstr>Times New Roman</vt:lpstr>
      <vt:lpstr>Wingdings</vt:lpstr>
      <vt:lpstr>Office Theme</vt:lpstr>
      <vt:lpstr>Office Theme</vt:lpstr>
      <vt:lpstr>Office Theme</vt:lpstr>
      <vt:lpstr>Office Theme</vt:lpstr>
      <vt:lpstr>Office Theme</vt:lpstr>
      <vt:lpstr>Office Theme</vt:lpstr>
      <vt:lpstr>Office Theme</vt:lpstr>
      <vt:lpstr>PowerPoint Presentation</vt:lpstr>
      <vt:lpstr>Automation Introduction</vt:lpstr>
      <vt:lpstr>Automation Testing – Do’s and Don’ts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Sinduja S</dc:creator>
  <cp:lastModifiedBy>S, Sinduja</cp:lastModifiedBy>
  <cp:revision>29</cp:revision>
  <dcterms:modified xsi:type="dcterms:W3CDTF">2024-10-01T10:33:30Z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sinduja s</cp:lastModifiedBy>
  <dcterms:modified xsi:type="dcterms:W3CDTF">2024-09-03T12:33:11Z</dcterms:modified>
  <cp:revision>21</cp:revision>
  <dc:subject/>
  <dc:title>PowerPoint Presentation</dc:title>
</cp:coreProperties>
</file>